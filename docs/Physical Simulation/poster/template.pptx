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Override1.xml" ContentType="application/vnd.openxmlformats-officedocument.themeOverride+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
  </p:notesMasterIdLst>
  <p:sldIdLst>
    <p:sldId id="257" r:id="rId2"/>
  </p:sldIdLst>
  <p:sldSz cx="25199975" cy="50399950"/>
  <p:notesSz cx="9144000" cy="6858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5874" userDrawn="1">
          <p15:clr>
            <a:srgbClr val="A4A3A4"/>
          </p15:clr>
        </p15:guide>
        <p15:guide id="2" pos="7936"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92668"/>
    <a:srgbClr val="D883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7902"/>
    <p:restoredTop sz="94690"/>
  </p:normalViewPr>
  <p:slideViewPr>
    <p:cSldViewPr showGuides="1">
      <p:cViewPr>
        <p:scale>
          <a:sx n="50" d="100"/>
          <a:sy n="50" d="100"/>
        </p:scale>
        <p:origin x="1272" y="-7686"/>
      </p:cViewPr>
      <p:guideLst>
        <p:guide orient="horz" pos="15874"/>
        <p:guide pos="7936"/>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962400" cy="344091"/>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5179484" y="0"/>
            <a:ext cx="3962400" cy="344091"/>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t>2026/6/4</a:t>
            </a:fld>
            <a:endParaRPr lang="zh-CN" altLang="en-US"/>
          </a:p>
        </p:txBody>
      </p:sp>
      <p:sp>
        <p:nvSpPr>
          <p:cNvPr id="4" name="幻灯片图像占位符 3"/>
          <p:cNvSpPr>
            <a:spLocks noGrp="1" noRot="1" noChangeAspect="1"/>
          </p:cNvSpPr>
          <p:nvPr>
            <p:ph type="sldImg" idx="2"/>
          </p:nvPr>
        </p:nvSpPr>
        <p:spPr>
          <a:xfrm>
            <a:off x="3993356" y="857250"/>
            <a:ext cx="1157288" cy="2314575"/>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914400" y="3300413"/>
            <a:ext cx="7315200" cy="2700338"/>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6513910"/>
            <a:ext cx="3962400" cy="344090"/>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5179484" y="6513910"/>
            <a:ext cx="3962400" cy="344090"/>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t>‹#›</a:t>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3992563" y="857250"/>
            <a:ext cx="1158875" cy="2314575"/>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hemeOverride" Target="../theme/themeOverride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890004" y="15656700"/>
            <a:ext cx="21420042" cy="10803357"/>
          </a:xfrm>
        </p:spPr>
        <p:txBody>
          <a:bodyPr/>
          <a:lstStyle/>
          <a:p>
            <a:r>
              <a:rPr lang="en-US"/>
              <a:t>Click to edit Master title style</a:t>
            </a:r>
          </a:p>
        </p:txBody>
      </p:sp>
      <p:sp>
        <p:nvSpPr>
          <p:cNvPr id="3" name="Subtitle 2"/>
          <p:cNvSpPr>
            <a:spLocks noGrp="1"/>
          </p:cNvSpPr>
          <p:nvPr>
            <p:ph type="subTitle" idx="1"/>
          </p:nvPr>
        </p:nvSpPr>
        <p:spPr>
          <a:xfrm>
            <a:off x="3780007" y="28560056"/>
            <a:ext cx="17640035" cy="12880025"/>
          </a:xfrm>
        </p:spPr>
        <p:txBody>
          <a:bodyPr/>
          <a:lstStyle>
            <a:lvl1pPr marL="0" indent="0" algn="ctr">
              <a:buNone/>
              <a:defRPr>
                <a:solidFill>
                  <a:schemeClr val="tx1">
                    <a:tint val="75000"/>
                  </a:schemeClr>
                </a:solidFill>
              </a:defRPr>
            </a:lvl1pPr>
            <a:lvl2pPr marL="1680210" indent="0" algn="ctr">
              <a:buNone/>
              <a:defRPr>
                <a:solidFill>
                  <a:schemeClr val="tx1">
                    <a:tint val="75000"/>
                  </a:schemeClr>
                </a:solidFill>
              </a:defRPr>
            </a:lvl2pPr>
            <a:lvl3pPr marL="3359785" indent="0" algn="ctr">
              <a:buNone/>
              <a:defRPr>
                <a:solidFill>
                  <a:schemeClr val="tx1">
                    <a:tint val="75000"/>
                  </a:schemeClr>
                </a:solidFill>
              </a:defRPr>
            </a:lvl3pPr>
            <a:lvl4pPr marL="5039995" indent="0" algn="ctr">
              <a:buNone/>
              <a:defRPr>
                <a:solidFill>
                  <a:schemeClr val="tx1">
                    <a:tint val="75000"/>
                  </a:schemeClr>
                </a:solidFill>
              </a:defRPr>
            </a:lvl4pPr>
            <a:lvl5pPr marL="6720205" indent="0" algn="ctr">
              <a:buNone/>
              <a:defRPr>
                <a:solidFill>
                  <a:schemeClr val="tx1">
                    <a:tint val="75000"/>
                  </a:schemeClr>
                </a:solidFill>
              </a:defRPr>
            </a:lvl5pPr>
            <a:lvl6pPr marL="8399780" indent="0" algn="ctr">
              <a:buNone/>
              <a:defRPr>
                <a:solidFill>
                  <a:schemeClr val="tx1">
                    <a:tint val="75000"/>
                  </a:schemeClr>
                </a:solidFill>
              </a:defRPr>
            </a:lvl6pPr>
            <a:lvl7pPr marL="10079990" indent="0" algn="ctr">
              <a:buNone/>
              <a:defRPr>
                <a:solidFill>
                  <a:schemeClr val="tx1">
                    <a:tint val="75000"/>
                  </a:schemeClr>
                </a:solidFill>
              </a:defRPr>
            </a:lvl7pPr>
            <a:lvl8pPr marL="11760200" indent="0" algn="ctr">
              <a:buNone/>
              <a:defRPr>
                <a:solidFill>
                  <a:schemeClr val="tx1">
                    <a:tint val="75000"/>
                  </a:schemeClr>
                </a:solidFill>
              </a:defRPr>
            </a:lvl8pPr>
            <a:lvl9pPr marL="13439775"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t>6/4/2026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t>6/4/2026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990630" y="32386740"/>
            <a:ext cx="21420042" cy="10010017"/>
          </a:xfrm>
        </p:spPr>
        <p:txBody>
          <a:bodyPr anchor="t"/>
          <a:lstStyle>
            <a:lvl1pPr algn="l">
              <a:defRPr sz="14700" b="1" cap="all"/>
            </a:lvl1pPr>
          </a:lstStyle>
          <a:p>
            <a:r>
              <a:rPr lang="en-US"/>
              <a:t>Click to edit Master title style</a:t>
            </a:r>
          </a:p>
        </p:txBody>
      </p:sp>
      <p:sp>
        <p:nvSpPr>
          <p:cNvPr id="3" name="Text Placeholder 2"/>
          <p:cNvSpPr>
            <a:spLocks noGrp="1"/>
          </p:cNvSpPr>
          <p:nvPr>
            <p:ph type="body" idx="1"/>
          </p:nvPr>
        </p:nvSpPr>
        <p:spPr>
          <a:xfrm>
            <a:off x="1990630" y="21361715"/>
            <a:ext cx="21420042" cy="11025016"/>
          </a:xfrm>
        </p:spPr>
        <p:txBody>
          <a:bodyPr anchor="b"/>
          <a:lstStyle>
            <a:lvl1pPr marL="0" indent="0">
              <a:buNone/>
              <a:defRPr sz="7350">
                <a:solidFill>
                  <a:schemeClr val="tx1">
                    <a:tint val="75000"/>
                  </a:schemeClr>
                </a:solidFill>
              </a:defRPr>
            </a:lvl1pPr>
            <a:lvl2pPr marL="1680210" indent="0">
              <a:buNone/>
              <a:defRPr sz="6615">
                <a:solidFill>
                  <a:schemeClr val="tx1">
                    <a:tint val="75000"/>
                  </a:schemeClr>
                </a:solidFill>
              </a:defRPr>
            </a:lvl2pPr>
            <a:lvl3pPr marL="3359785" indent="0">
              <a:buNone/>
              <a:defRPr sz="5880">
                <a:solidFill>
                  <a:schemeClr val="tx1">
                    <a:tint val="75000"/>
                  </a:schemeClr>
                </a:solidFill>
              </a:defRPr>
            </a:lvl3pPr>
            <a:lvl4pPr marL="5039995" indent="0">
              <a:buNone/>
              <a:defRPr sz="5145">
                <a:solidFill>
                  <a:schemeClr val="tx1">
                    <a:tint val="75000"/>
                  </a:schemeClr>
                </a:solidFill>
              </a:defRPr>
            </a:lvl4pPr>
            <a:lvl5pPr marL="6720205" indent="0">
              <a:buNone/>
              <a:defRPr sz="5145">
                <a:solidFill>
                  <a:schemeClr val="tx1">
                    <a:tint val="75000"/>
                  </a:schemeClr>
                </a:solidFill>
              </a:defRPr>
            </a:lvl5pPr>
            <a:lvl6pPr marL="8399780" indent="0">
              <a:buNone/>
              <a:defRPr sz="5145">
                <a:solidFill>
                  <a:schemeClr val="tx1">
                    <a:tint val="75000"/>
                  </a:schemeClr>
                </a:solidFill>
              </a:defRPr>
            </a:lvl6pPr>
            <a:lvl7pPr marL="10079990" indent="0">
              <a:buNone/>
              <a:defRPr sz="5145">
                <a:solidFill>
                  <a:schemeClr val="tx1">
                    <a:tint val="75000"/>
                  </a:schemeClr>
                </a:solidFill>
              </a:defRPr>
            </a:lvl7pPr>
            <a:lvl8pPr marL="11760200" indent="0">
              <a:buNone/>
              <a:defRPr sz="5145">
                <a:solidFill>
                  <a:schemeClr val="tx1">
                    <a:tint val="75000"/>
                  </a:schemeClr>
                </a:solidFill>
              </a:defRPr>
            </a:lvl8pPr>
            <a:lvl9pPr marL="13439775" indent="0">
              <a:buNone/>
              <a:defRPr sz="5145">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t>6/4/2026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1260002" y="11760033"/>
            <a:ext cx="11130022" cy="33261733"/>
          </a:xfrm>
        </p:spPr>
        <p:txBody>
          <a:bodyPr/>
          <a:lstStyle>
            <a:lvl1pPr>
              <a:defRPr sz="10290"/>
            </a:lvl1pPr>
            <a:lvl2pPr>
              <a:defRPr sz="8820"/>
            </a:lvl2pPr>
            <a:lvl3pPr>
              <a:defRPr sz="7350"/>
            </a:lvl3pPr>
            <a:lvl4pPr>
              <a:defRPr sz="6615"/>
            </a:lvl4pPr>
            <a:lvl5pPr>
              <a:defRPr sz="6615"/>
            </a:lvl5pPr>
            <a:lvl6pPr>
              <a:defRPr sz="6615"/>
            </a:lvl6pPr>
            <a:lvl7pPr>
              <a:defRPr sz="6615"/>
            </a:lvl7pPr>
            <a:lvl8pPr>
              <a:defRPr sz="6615"/>
            </a:lvl8pPr>
            <a:lvl9pPr>
              <a:defRPr sz="6615"/>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12810025" y="11760033"/>
            <a:ext cx="11130022" cy="33261733"/>
          </a:xfrm>
        </p:spPr>
        <p:txBody>
          <a:bodyPr/>
          <a:lstStyle>
            <a:lvl1pPr>
              <a:defRPr sz="10290"/>
            </a:lvl1pPr>
            <a:lvl2pPr>
              <a:defRPr sz="8820"/>
            </a:lvl2pPr>
            <a:lvl3pPr>
              <a:defRPr sz="7350"/>
            </a:lvl3pPr>
            <a:lvl4pPr>
              <a:defRPr sz="6615"/>
            </a:lvl4pPr>
            <a:lvl5pPr>
              <a:defRPr sz="6615"/>
            </a:lvl5pPr>
            <a:lvl6pPr>
              <a:defRPr sz="6615"/>
            </a:lvl6pPr>
            <a:lvl7pPr>
              <a:defRPr sz="6615"/>
            </a:lvl7pPr>
            <a:lvl8pPr>
              <a:defRPr sz="6615"/>
            </a:lvl8pPr>
            <a:lvl9pPr>
              <a:defRPr sz="6615"/>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t>6/4/2026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1260002" y="11281695"/>
            <a:ext cx="11134398" cy="4701677"/>
          </a:xfrm>
        </p:spPr>
        <p:txBody>
          <a:bodyPr anchor="b"/>
          <a:lstStyle>
            <a:lvl1pPr marL="0" indent="0">
              <a:buNone/>
              <a:defRPr sz="8820" b="1"/>
            </a:lvl1pPr>
            <a:lvl2pPr marL="1680210" indent="0">
              <a:buNone/>
              <a:defRPr sz="7350" b="1"/>
            </a:lvl2pPr>
            <a:lvl3pPr marL="3359785" indent="0">
              <a:buNone/>
              <a:defRPr sz="6615" b="1"/>
            </a:lvl3pPr>
            <a:lvl4pPr marL="5039995" indent="0">
              <a:buNone/>
              <a:defRPr sz="5880" b="1"/>
            </a:lvl4pPr>
            <a:lvl5pPr marL="6720205" indent="0">
              <a:buNone/>
              <a:defRPr sz="5880" b="1"/>
            </a:lvl5pPr>
            <a:lvl6pPr marL="8399780" indent="0">
              <a:buNone/>
              <a:defRPr sz="5880" b="1"/>
            </a:lvl6pPr>
            <a:lvl7pPr marL="10079990" indent="0">
              <a:buNone/>
              <a:defRPr sz="5880" b="1"/>
            </a:lvl7pPr>
            <a:lvl8pPr marL="11760200" indent="0">
              <a:buNone/>
              <a:defRPr sz="5880" b="1"/>
            </a:lvl8pPr>
            <a:lvl9pPr marL="13439775" indent="0">
              <a:buNone/>
              <a:defRPr sz="5880" b="1"/>
            </a:lvl9pPr>
          </a:lstStyle>
          <a:p>
            <a:pPr lvl="0"/>
            <a:r>
              <a:rPr lang="en-US"/>
              <a:t>Click to edit Master text styles</a:t>
            </a:r>
          </a:p>
        </p:txBody>
      </p:sp>
      <p:sp>
        <p:nvSpPr>
          <p:cNvPr id="4" name="Content Placeholder 3"/>
          <p:cNvSpPr>
            <a:spLocks noGrp="1"/>
          </p:cNvSpPr>
          <p:nvPr>
            <p:ph sz="half" idx="2"/>
          </p:nvPr>
        </p:nvSpPr>
        <p:spPr>
          <a:xfrm>
            <a:off x="1260002" y="15983362"/>
            <a:ext cx="11134398" cy="29038394"/>
          </a:xfrm>
        </p:spPr>
        <p:txBody>
          <a:bodyPr/>
          <a:lstStyle>
            <a:lvl1pPr>
              <a:defRPr sz="8820"/>
            </a:lvl1pPr>
            <a:lvl2pPr>
              <a:defRPr sz="7350"/>
            </a:lvl2pPr>
            <a:lvl3pPr>
              <a:defRPr sz="6615"/>
            </a:lvl3pPr>
            <a:lvl4pPr>
              <a:defRPr sz="5880"/>
            </a:lvl4pPr>
            <a:lvl5pPr>
              <a:defRPr sz="5880"/>
            </a:lvl5pPr>
            <a:lvl6pPr>
              <a:defRPr sz="5880"/>
            </a:lvl6pPr>
            <a:lvl7pPr>
              <a:defRPr sz="5880"/>
            </a:lvl7pPr>
            <a:lvl8pPr>
              <a:defRPr sz="5880"/>
            </a:lvl8pPr>
            <a:lvl9pPr>
              <a:defRPr sz="588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12801278" y="11281695"/>
            <a:ext cx="11138772" cy="4701677"/>
          </a:xfrm>
        </p:spPr>
        <p:txBody>
          <a:bodyPr anchor="b"/>
          <a:lstStyle>
            <a:lvl1pPr marL="0" indent="0">
              <a:buNone/>
              <a:defRPr sz="8820" b="1"/>
            </a:lvl1pPr>
            <a:lvl2pPr marL="1680210" indent="0">
              <a:buNone/>
              <a:defRPr sz="7350" b="1"/>
            </a:lvl2pPr>
            <a:lvl3pPr marL="3359785" indent="0">
              <a:buNone/>
              <a:defRPr sz="6615" b="1"/>
            </a:lvl3pPr>
            <a:lvl4pPr marL="5039995" indent="0">
              <a:buNone/>
              <a:defRPr sz="5880" b="1"/>
            </a:lvl4pPr>
            <a:lvl5pPr marL="6720205" indent="0">
              <a:buNone/>
              <a:defRPr sz="5880" b="1"/>
            </a:lvl5pPr>
            <a:lvl6pPr marL="8399780" indent="0">
              <a:buNone/>
              <a:defRPr sz="5880" b="1"/>
            </a:lvl6pPr>
            <a:lvl7pPr marL="10079990" indent="0">
              <a:buNone/>
              <a:defRPr sz="5880" b="1"/>
            </a:lvl7pPr>
            <a:lvl8pPr marL="11760200" indent="0">
              <a:buNone/>
              <a:defRPr sz="5880" b="1"/>
            </a:lvl8pPr>
            <a:lvl9pPr marL="13439775" indent="0">
              <a:buNone/>
              <a:defRPr sz="5880" b="1"/>
            </a:lvl9pPr>
          </a:lstStyle>
          <a:p>
            <a:pPr lvl="0"/>
            <a:r>
              <a:rPr lang="en-US"/>
              <a:t>Click to edit Master text styles</a:t>
            </a:r>
          </a:p>
        </p:txBody>
      </p:sp>
      <p:sp>
        <p:nvSpPr>
          <p:cNvPr id="6" name="Content Placeholder 5"/>
          <p:cNvSpPr>
            <a:spLocks noGrp="1"/>
          </p:cNvSpPr>
          <p:nvPr>
            <p:ph sz="quarter" idx="4"/>
          </p:nvPr>
        </p:nvSpPr>
        <p:spPr>
          <a:xfrm>
            <a:off x="12801278" y="15983362"/>
            <a:ext cx="11138772" cy="29038394"/>
          </a:xfrm>
        </p:spPr>
        <p:txBody>
          <a:bodyPr/>
          <a:lstStyle>
            <a:lvl1pPr>
              <a:defRPr sz="8820"/>
            </a:lvl1pPr>
            <a:lvl2pPr>
              <a:defRPr sz="7350"/>
            </a:lvl2pPr>
            <a:lvl3pPr>
              <a:defRPr sz="6615"/>
            </a:lvl3pPr>
            <a:lvl4pPr>
              <a:defRPr sz="5880"/>
            </a:lvl4pPr>
            <a:lvl5pPr>
              <a:defRPr sz="5880"/>
            </a:lvl5pPr>
            <a:lvl6pPr>
              <a:defRPr sz="5880"/>
            </a:lvl6pPr>
            <a:lvl7pPr>
              <a:defRPr sz="5880"/>
            </a:lvl7pPr>
            <a:lvl8pPr>
              <a:defRPr sz="5880"/>
            </a:lvl8pPr>
            <a:lvl9pPr>
              <a:defRPr sz="588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t>6/4/2026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t>6/4/2026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t>6/4/2026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60005" y="2006666"/>
            <a:ext cx="8290642" cy="8540022"/>
          </a:xfrm>
        </p:spPr>
        <p:txBody>
          <a:bodyPr anchor="b"/>
          <a:lstStyle>
            <a:lvl1pPr algn="l">
              <a:defRPr sz="7350" b="1"/>
            </a:lvl1pPr>
          </a:lstStyle>
          <a:p>
            <a:r>
              <a:rPr lang="en-US"/>
              <a:t>Click to edit Master title style</a:t>
            </a:r>
          </a:p>
        </p:txBody>
      </p:sp>
      <p:sp>
        <p:nvSpPr>
          <p:cNvPr id="3" name="Content Placeholder 2"/>
          <p:cNvSpPr>
            <a:spLocks noGrp="1"/>
          </p:cNvSpPr>
          <p:nvPr>
            <p:ph idx="1"/>
          </p:nvPr>
        </p:nvSpPr>
        <p:spPr>
          <a:xfrm>
            <a:off x="9852519" y="2006676"/>
            <a:ext cx="14087528" cy="43015091"/>
          </a:xfrm>
        </p:spPr>
        <p:txBody>
          <a:bodyPr/>
          <a:lstStyle>
            <a:lvl1pPr>
              <a:defRPr sz="11760"/>
            </a:lvl1pPr>
            <a:lvl2pPr>
              <a:defRPr sz="10290"/>
            </a:lvl2pPr>
            <a:lvl3pPr>
              <a:defRPr sz="8820"/>
            </a:lvl3pPr>
            <a:lvl4pPr>
              <a:defRPr sz="7350"/>
            </a:lvl4pPr>
            <a:lvl5pPr>
              <a:defRPr sz="7350"/>
            </a:lvl5pPr>
            <a:lvl6pPr>
              <a:defRPr sz="7350"/>
            </a:lvl6pPr>
            <a:lvl7pPr>
              <a:defRPr sz="7350"/>
            </a:lvl7pPr>
            <a:lvl8pPr>
              <a:defRPr sz="7350"/>
            </a:lvl8pPr>
            <a:lvl9pPr>
              <a:defRPr sz="7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1260005" y="10546697"/>
            <a:ext cx="8290642" cy="34475069"/>
          </a:xfrm>
        </p:spPr>
        <p:txBody>
          <a:bodyPr/>
          <a:lstStyle>
            <a:lvl1pPr marL="0" indent="0">
              <a:buNone/>
              <a:defRPr sz="5145"/>
            </a:lvl1pPr>
            <a:lvl2pPr marL="1680210" indent="0">
              <a:buNone/>
              <a:defRPr sz="4410"/>
            </a:lvl2pPr>
            <a:lvl3pPr marL="3359785" indent="0">
              <a:buNone/>
              <a:defRPr sz="3675"/>
            </a:lvl3pPr>
            <a:lvl4pPr marL="5039995" indent="0">
              <a:buNone/>
              <a:defRPr sz="3305"/>
            </a:lvl4pPr>
            <a:lvl5pPr marL="6720205" indent="0">
              <a:buNone/>
              <a:defRPr sz="3305"/>
            </a:lvl5pPr>
            <a:lvl6pPr marL="8399780" indent="0">
              <a:buNone/>
              <a:defRPr sz="3305"/>
            </a:lvl6pPr>
            <a:lvl7pPr marL="10079990" indent="0">
              <a:buNone/>
              <a:defRPr sz="3305"/>
            </a:lvl7pPr>
            <a:lvl8pPr marL="11760200" indent="0">
              <a:buNone/>
              <a:defRPr sz="3305"/>
            </a:lvl8pPr>
            <a:lvl9pPr marL="13439775" indent="0">
              <a:buNone/>
              <a:defRPr sz="3305"/>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t>6/4/2026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939386" y="35280069"/>
            <a:ext cx="15120030" cy="4165017"/>
          </a:xfrm>
        </p:spPr>
        <p:txBody>
          <a:bodyPr anchor="b"/>
          <a:lstStyle>
            <a:lvl1pPr algn="l">
              <a:defRPr sz="7350" b="1"/>
            </a:lvl1pPr>
          </a:lstStyle>
          <a:p>
            <a:r>
              <a:rPr lang="en-US"/>
              <a:t>Click to edit Master title style</a:t>
            </a:r>
          </a:p>
        </p:txBody>
      </p:sp>
      <p:sp>
        <p:nvSpPr>
          <p:cNvPr id="3" name="Picture Placeholder 2"/>
          <p:cNvSpPr>
            <a:spLocks noGrp="1"/>
          </p:cNvSpPr>
          <p:nvPr>
            <p:ph type="pic" idx="1"/>
          </p:nvPr>
        </p:nvSpPr>
        <p:spPr>
          <a:xfrm>
            <a:off x="4939386" y="4503340"/>
            <a:ext cx="15120030" cy="30240060"/>
          </a:xfrm>
        </p:spPr>
        <p:txBody>
          <a:bodyPr/>
          <a:lstStyle>
            <a:lvl1pPr marL="0" indent="0">
              <a:buNone/>
              <a:defRPr sz="11760"/>
            </a:lvl1pPr>
            <a:lvl2pPr marL="1680210" indent="0">
              <a:buNone/>
              <a:defRPr sz="10290"/>
            </a:lvl2pPr>
            <a:lvl3pPr marL="3359785" indent="0">
              <a:buNone/>
              <a:defRPr sz="8820"/>
            </a:lvl3pPr>
            <a:lvl4pPr marL="5039995" indent="0">
              <a:buNone/>
              <a:defRPr sz="7350"/>
            </a:lvl4pPr>
            <a:lvl5pPr marL="6720205" indent="0">
              <a:buNone/>
              <a:defRPr sz="7350"/>
            </a:lvl5pPr>
            <a:lvl6pPr marL="8399780" indent="0">
              <a:buNone/>
              <a:defRPr sz="7350"/>
            </a:lvl6pPr>
            <a:lvl7pPr marL="10079990" indent="0">
              <a:buNone/>
              <a:defRPr sz="7350"/>
            </a:lvl7pPr>
            <a:lvl8pPr marL="11760200" indent="0">
              <a:buNone/>
              <a:defRPr sz="7350"/>
            </a:lvl8pPr>
            <a:lvl9pPr marL="13439775" indent="0">
              <a:buNone/>
              <a:defRPr sz="7350"/>
            </a:lvl9pPr>
          </a:lstStyle>
          <a:p>
            <a:endParaRPr lang="en-US"/>
          </a:p>
        </p:txBody>
      </p:sp>
      <p:sp>
        <p:nvSpPr>
          <p:cNvPr id="4" name="Text Placeholder 3"/>
          <p:cNvSpPr>
            <a:spLocks noGrp="1"/>
          </p:cNvSpPr>
          <p:nvPr>
            <p:ph type="body" sz="half" idx="2"/>
          </p:nvPr>
        </p:nvSpPr>
        <p:spPr>
          <a:xfrm>
            <a:off x="4939386" y="39445076"/>
            <a:ext cx="15120030" cy="5915013"/>
          </a:xfrm>
        </p:spPr>
        <p:txBody>
          <a:bodyPr/>
          <a:lstStyle>
            <a:lvl1pPr marL="0" indent="0">
              <a:buNone/>
              <a:defRPr sz="5145"/>
            </a:lvl1pPr>
            <a:lvl2pPr marL="1680210" indent="0">
              <a:buNone/>
              <a:defRPr sz="4410"/>
            </a:lvl2pPr>
            <a:lvl3pPr marL="3359785" indent="0">
              <a:buNone/>
              <a:defRPr sz="3675"/>
            </a:lvl3pPr>
            <a:lvl4pPr marL="5039995" indent="0">
              <a:buNone/>
              <a:defRPr sz="3305"/>
            </a:lvl4pPr>
            <a:lvl5pPr marL="6720205" indent="0">
              <a:buNone/>
              <a:defRPr sz="3305"/>
            </a:lvl5pPr>
            <a:lvl6pPr marL="8399780" indent="0">
              <a:buNone/>
              <a:defRPr sz="3305"/>
            </a:lvl6pPr>
            <a:lvl7pPr marL="10079990" indent="0">
              <a:buNone/>
              <a:defRPr sz="3305"/>
            </a:lvl7pPr>
            <a:lvl8pPr marL="11760200" indent="0">
              <a:buNone/>
              <a:defRPr sz="3305"/>
            </a:lvl8pPr>
            <a:lvl9pPr marL="13439775" indent="0">
              <a:buNone/>
              <a:defRPr sz="3305"/>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t>6/4/2026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t>6/4/2026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8270036" y="2018346"/>
            <a:ext cx="5670011" cy="4300342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1260002" y="2018346"/>
            <a:ext cx="16590033" cy="4300342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t>6/4/2026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userDrawn="1">
  <p:cSld name="节标题">
    <p:bg>
      <p:bgPr>
        <a:solidFill>
          <a:schemeClr val="bg1"/>
        </a:solidFill>
        <a:effectLst/>
      </p:bgPr>
    </p:bg>
    <p:spTree>
      <p:nvGrpSpPr>
        <p:cNvPr id="1" name=""/>
        <p:cNvGrpSpPr/>
        <p:nvPr/>
      </p:nvGrpSpPr>
      <p:grpSpPr>
        <a:xfrm>
          <a:off x="0" y="0"/>
          <a:ext cx="0" cy="0"/>
          <a:chOff x="0" y="0"/>
          <a:chExt cx="0" cy="0"/>
        </a:xfrm>
      </p:grpSpPr>
    </p:spTree>
  </p:cSld>
  <p:clrMapOvr>
    <a:overrideClrMapping bg1="dk1" tx1="lt1" bg2="dk2" tx2="lt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260002" y="2018346"/>
            <a:ext cx="22680045" cy="8400017"/>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1260002" y="11760033"/>
            <a:ext cx="22680045" cy="3326173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1260002" y="46713430"/>
            <a:ext cx="5880012" cy="2683341"/>
          </a:xfrm>
          <a:prstGeom prst="rect">
            <a:avLst/>
          </a:prstGeom>
        </p:spPr>
        <p:txBody>
          <a:bodyPr vert="horz" lIns="91440" tIns="45720" rIns="91440" bIns="45720" rtlCol="0" anchor="ctr"/>
          <a:lstStyle>
            <a:lvl1pPr algn="l">
              <a:defRPr sz="4410">
                <a:solidFill>
                  <a:schemeClr val="tx1">
                    <a:tint val="75000"/>
                  </a:schemeClr>
                </a:solidFill>
              </a:defRPr>
            </a:lvl1pPr>
          </a:lstStyle>
          <a:p>
            <a:fld id="{1D8BD707-D9CF-40AE-B4C6-C98DA3205C09}" type="datetimeFigureOut">
              <a:rPr lang="en-US" smtClean="0"/>
              <a:t>6/4/2026</a:t>
            </a:fld>
            <a:endParaRPr lang="en-US"/>
          </a:p>
        </p:txBody>
      </p:sp>
      <p:sp>
        <p:nvSpPr>
          <p:cNvPr id="5" name="Footer Placeholder 4"/>
          <p:cNvSpPr>
            <a:spLocks noGrp="1"/>
          </p:cNvSpPr>
          <p:nvPr>
            <p:ph type="ftr" sz="quarter" idx="3"/>
          </p:nvPr>
        </p:nvSpPr>
        <p:spPr>
          <a:xfrm>
            <a:off x="8610017" y="46713430"/>
            <a:ext cx="7980016" cy="2683341"/>
          </a:xfrm>
          <a:prstGeom prst="rect">
            <a:avLst/>
          </a:prstGeom>
        </p:spPr>
        <p:txBody>
          <a:bodyPr vert="horz" lIns="91440" tIns="45720" rIns="91440" bIns="45720" rtlCol="0" anchor="ctr"/>
          <a:lstStyle>
            <a:lvl1pPr algn="ctr">
              <a:defRPr sz="441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8060036" y="46713430"/>
            <a:ext cx="5880012" cy="2683341"/>
          </a:xfrm>
          <a:prstGeom prst="rect">
            <a:avLst/>
          </a:prstGeom>
        </p:spPr>
        <p:txBody>
          <a:bodyPr vert="horz" lIns="91440" tIns="45720" rIns="91440" bIns="45720" rtlCol="0" anchor="ctr"/>
          <a:lstStyle>
            <a:lvl1pPr algn="r">
              <a:defRPr sz="4410">
                <a:solidFill>
                  <a:schemeClr val="tx1">
                    <a:tint val="75000"/>
                  </a:schemeClr>
                </a:solidFill>
              </a:defRPr>
            </a:lvl1pPr>
          </a:lstStyle>
          <a:p>
            <a:fld id="{B6F15528-21DE-4FAA-801E-634DDDAF4B2B}"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3359785" rtl="0" eaLnBrk="1" latinLnBrk="0" hangingPunct="1">
        <a:spcBef>
          <a:spcPct val="0"/>
        </a:spcBef>
        <a:buNone/>
        <a:defRPr sz="16170" kern="1200">
          <a:solidFill>
            <a:schemeClr val="tx1"/>
          </a:solidFill>
          <a:latin typeface="+mj-lt"/>
          <a:ea typeface="+mj-ea"/>
          <a:cs typeface="+mj-cs"/>
        </a:defRPr>
      </a:lvl1pPr>
    </p:titleStyle>
    <p:bodyStyle>
      <a:lvl1pPr marL="1259840" indent="-1259840" algn="l" defTabSz="3359785" rtl="0" eaLnBrk="1" latinLnBrk="0" hangingPunct="1">
        <a:spcBef>
          <a:spcPts val="365"/>
        </a:spcBef>
        <a:buFont typeface="Arial" panose="020B0604020202020204" pitchFamily="34" charset="0"/>
        <a:buChar char="•"/>
        <a:defRPr sz="11760" kern="1200">
          <a:solidFill>
            <a:schemeClr val="tx1"/>
          </a:solidFill>
          <a:latin typeface="+mn-lt"/>
          <a:ea typeface="+mn-ea"/>
          <a:cs typeface="+mn-cs"/>
        </a:defRPr>
      </a:lvl1pPr>
      <a:lvl2pPr marL="2729865" indent="-1050290" algn="l" defTabSz="3359785" rtl="0" eaLnBrk="1" latinLnBrk="0" hangingPunct="1">
        <a:spcBef>
          <a:spcPts val="365"/>
        </a:spcBef>
        <a:buFont typeface="Arial" panose="020B0604020202020204" pitchFamily="34" charset="0"/>
        <a:buChar char="–"/>
        <a:defRPr sz="10290" kern="1200">
          <a:solidFill>
            <a:schemeClr val="tx1"/>
          </a:solidFill>
          <a:latin typeface="+mn-lt"/>
          <a:ea typeface="+mn-ea"/>
          <a:cs typeface="+mn-cs"/>
        </a:defRPr>
      </a:lvl2pPr>
      <a:lvl3pPr marL="4199890" indent="-840105" algn="l" defTabSz="3359785" rtl="0" eaLnBrk="1" latinLnBrk="0" hangingPunct="1">
        <a:spcBef>
          <a:spcPts val="365"/>
        </a:spcBef>
        <a:buFont typeface="Arial" panose="020B0604020202020204" pitchFamily="34" charset="0"/>
        <a:buChar char="•"/>
        <a:defRPr sz="8820" kern="1200">
          <a:solidFill>
            <a:schemeClr val="tx1"/>
          </a:solidFill>
          <a:latin typeface="+mn-lt"/>
          <a:ea typeface="+mn-ea"/>
          <a:cs typeface="+mn-cs"/>
        </a:defRPr>
      </a:lvl3pPr>
      <a:lvl4pPr marL="5880100" indent="-840105" algn="l" defTabSz="3359785" rtl="0" eaLnBrk="1" latinLnBrk="0" hangingPunct="1">
        <a:spcBef>
          <a:spcPts val="365"/>
        </a:spcBef>
        <a:buFont typeface="Arial" panose="020B0604020202020204" pitchFamily="34" charset="0"/>
        <a:buChar char="–"/>
        <a:defRPr sz="7350" kern="1200">
          <a:solidFill>
            <a:schemeClr val="tx1"/>
          </a:solidFill>
          <a:latin typeface="+mn-lt"/>
          <a:ea typeface="+mn-ea"/>
          <a:cs typeface="+mn-cs"/>
        </a:defRPr>
      </a:lvl4pPr>
      <a:lvl5pPr marL="7560310" indent="-840105" algn="l" defTabSz="3359785" rtl="0" eaLnBrk="1" latinLnBrk="0" hangingPunct="1">
        <a:spcBef>
          <a:spcPts val="365"/>
        </a:spcBef>
        <a:buFont typeface="Arial" panose="020B0604020202020204" pitchFamily="34" charset="0"/>
        <a:buChar char="»"/>
        <a:defRPr sz="7350" kern="1200">
          <a:solidFill>
            <a:schemeClr val="tx1"/>
          </a:solidFill>
          <a:latin typeface="+mn-lt"/>
          <a:ea typeface="+mn-ea"/>
          <a:cs typeface="+mn-cs"/>
        </a:defRPr>
      </a:lvl5pPr>
      <a:lvl6pPr marL="9239885" indent="-840105" algn="l" defTabSz="3359785" rtl="0" eaLnBrk="1" latinLnBrk="0" hangingPunct="1">
        <a:spcBef>
          <a:spcPts val="365"/>
        </a:spcBef>
        <a:buFont typeface="Arial" panose="020B0604020202020204" pitchFamily="34" charset="0"/>
        <a:buChar char="•"/>
        <a:defRPr sz="7350" kern="1200">
          <a:solidFill>
            <a:schemeClr val="tx1"/>
          </a:solidFill>
          <a:latin typeface="+mn-lt"/>
          <a:ea typeface="+mn-ea"/>
          <a:cs typeface="+mn-cs"/>
        </a:defRPr>
      </a:lvl6pPr>
      <a:lvl7pPr marL="10920095" indent="-840105" algn="l" defTabSz="3359785" rtl="0" eaLnBrk="1" latinLnBrk="0" hangingPunct="1">
        <a:spcBef>
          <a:spcPts val="365"/>
        </a:spcBef>
        <a:buFont typeface="Arial" panose="020B0604020202020204" pitchFamily="34" charset="0"/>
        <a:buChar char="•"/>
        <a:defRPr sz="7350" kern="1200">
          <a:solidFill>
            <a:schemeClr val="tx1"/>
          </a:solidFill>
          <a:latin typeface="+mn-lt"/>
          <a:ea typeface="+mn-ea"/>
          <a:cs typeface="+mn-cs"/>
        </a:defRPr>
      </a:lvl7pPr>
      <a:lvl8pPr marL="12600305" indent="-840105" algn="l" defTabSz="3359785" rtl="0" eaLnBrk="1" latinLnBrk="0" hangingPunct="1">
        <a:spcBef>
          <a:spcPts val="365"/>
        </a:spcBef>
        <a:buFont typeface="Arial" panose="020B0604020202020204" pitchFamily="34" charset="0"/>
        <a:buChar char="•"/>
        <a:defRPr sz="7350" kern="1200">
          <a:solidFill>
            <a:schemeClr val="tx1"/>
          </a:solidFill>
          <a:latin typeface="+mn-lt"/>
          <a:ea typeface="+mn-ea"/>
          <a:cs typeface="+mn-cs"/>
        </a:defRPr>
      </a:lvl8pPr>
      <a:lvl9pPr marL="14279880" indent="-840105" algn="l" defTabSz="3359785" rtl="0" eaLnBrk="1" latinLnBrk="0" hangingPunct="1">
        <a:spcBef>
          <a:spcPts val="365"/>
        </a:spcBef>
        <a:buFont typeface="Arial" panose="020B0604020202020204" pitchFamily="34" charset="0"/>
        <a:buChar char="•"/>
        <a:defRPr sz="7350" kern="1200">
          <a:solidFill>
            <a:schemeClr val="tx1"/>
          </a:solidFill>
          <a:latin typeface="+mn-lt"/>
          <a:ea typeface="+mn-ea"/>
          <a:cs typeface="+mn-cs"/>
        </a:defRPr>
      </a:lvl9pPr>
    </p:bodyStyle>
    <p:otherStyle>
      <a:defPPr>
        <a:defRPr lang="en-US"/>
      </a:defPPr>
      <a:lvl1pPr marL="0" algn="l" defTabSz="3359785" rtl="0" eaLnBrk="1" latinLnBrk="0" hangingPunct="1">
        <a:defRPr sz="6615" kern="1200">
          <a:solidFill>
            <a:schemeClr val="tx1"/>
          </a:solidFill>
          <a:latin typeface="+mn-lt"/>
          <a:ea typeface="+mn-ea"/>
          <a:cs typeface="+mn-cs"/>
        </a:defRPr>
      </a:lvl1pPr>
      <a:lvl2pPr marL="1680210" algn="l" defTabSz="3359785" rtl="0" eaLnBrk="1" latinLnBrk="0" hangingPunct="1">
        <a:defRPr sz="6615" kern="1200">
          <a:solidFill>
            <a:schemeClr val="tx1"/>
          </a:solidFill>
          <a:latin typeface="+mn-lt"/>
          <a:ea typeface="+mn-ea"/>
          <a:cs typeface="+mn-cs"/>
        </a:defRPr>
      </a:lvl2pPr>
      <a:lvl3pPr marL="3359785" algn="l" defTabSz="3359785" rtl="0" eaLnBrk="1" latinLnBrk="0" hangingPunct="1">
        <a:defRPr sz="6615" kern="1200">
          <a:solidFill>
            <a:schemeClr val="tx1"/>
          </a:solidFill>
          <a:latin typeface="+mn-lt"/>
          <a:ea typeface="+mn-ea"/>
          <a:cs typeface="+mn-cs"/>
        </a:defRPr>
      </a:lvl3pPr>
      <a:lvl4pPr marL="5039995" algn="l" defTabSz="3359785" rtl="0" eaLnBrk="1" latinLnBrk="0" hangingPunct="1">
        <a:defRPr sz="6615" kern="1200">
          <a:solidFill>
            <a:schemeClr val="tx1"/>
          </a:solidFill>
          <a:latin typeface="+mn-lt"/>
          <a:ea typeface="+mn-ea"/>
          <a:cs typeface="+mn-cs"/>
        </a:defRPr>
      </a:lvl4pPr>
      <a:lvl5pPr marL="6720205" algn="l" defTabSz="3359785" rtl="0" eaLnBrk="1" latinLnBrk="0" hangingPunct="1">
        <a:defRPr sz="6615" kern="1200">
          <a:solidFill>
            <a:schemeClr val="tx1"/>
          </a:solidFill>
          <a:latin typeface="+mn-lt"/>
          <a:ea typeface="+mn-ea"/>
          <a:cs typeface="+mn-cs"/>
        </a:defRPr>
      </a:lvl5pPr>
      <a:lvl6pPr marL="8399780" algn="l" defTabSz="3359785" rtl="0" eaLnBrk="1" latinLnBrk="0" hangingPunct="1">
        <a:defRPr sz="6615" kern="1200">
          <a:solidFill>
            <a:schemeClr val="tx1"/>
          </a:solidFill>
          <a:latin typeface="+mn-lt"/>
          <a:ea typeface="+mn-ea"/>
          <a:cs typeface="+mn-cs"/>
        </a:defRPr>
      </a:lvl6pPr>
      <a:lvl7pPr marL="10079990" algn="l" defTabSz="3359785" rtl="0" eaLnBrk="1" latinLnBrk="0" hangingPunct="1">
        <a:defRPr sz="6615" kern="1200">
          <a:solidFill>
            <a:schemeClr val="tx1"/>
          </a:solidFill>
          <a:latin typeface="+mn-lt"/>
          <a:ea typeface="+mn-ea"/>
          <a:cs typeface="+mn-cs"/>
        </a:defRPr>
      </a:lvl7pPr>
      <a:lvl8pPr marL="11760200" algn="l" defTabSz="3359785" rtl="0" eaLnBrk="1" latinLnBrk="0" hangingPunct="1">
        <a:defRPr sz="6615" kern="1200">
          <a:solidFill>
            <a:schemeClr val="tx1"/>
          </a:solidFill>
          <a:latin typeface="+mn-lt"/>
          <a:ea typeface="+mn-ea"/>
          <a:cs typeface="+mn-cs"/>
        </a:defRPr>
      </a:lvl8pPr>
      <a:lvl9pPr marL="13439775" algn="l" defTabSz="3359785" rtl="0" eaLnBrk="1" latinLnBrk="0" hangingPunct="1">
        <a:defRPr sz="661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3" Type="http://schemas.openxmlformats.org/officeDocument/2006/relationships/image" Target="../media/image11.png"/><Relationship Id="rId18" Type="http://schemas.openxmlformats.org/officeDocument/2006/relationships/image" Target="../media/image16.png"/><Relationship Id="rId26" Type="http://schemas.openxmlformats.org/officeDocument/2006/relationships/image" Target="../media/image24.png"/><Relationship Id="rId39" Type="http://schemas.openxmlformats.org/officeDocument/2006/relationships/image" Target="../media/image37.png"/><Relationship Id="rId21" Type="http://schemas.openxmlformats.org/officeDocument/2006/relationships/image" Target="../media/image19.png"/><Relationship Id="rId34" Type="http://schemas.openxmlformats.org/officeDocument/2006/relationships/image" Target="../media/image32.png"/><Relationship Id="rId42" Type="http://schemas.openxmlformats.org/officeDocument/2006/relationships/image" Target="../media/image40.png"/><Relationship Id="rId47" Type="http://schemas.openxmlformats.org/officeDocument/2006/relationships/image" Target="../media/image45.png"/><Relationship Id="rId50" Type="http://schemas.openxmlformats.org/officeDocument/2006/relationships/image" Target="../media/image48.png"/><Relationship Id="rId55" Type="http://schemas.openxmlformats.org/officeDocument/2006/relationships/image" Target="../media/image53.png"/><Relationship Id="rId7" Type="http://schemas.openxmlformats.org/officeDocument/2006/relationships/image" Target="../media/image5.png"/><Relationship Id="rId2" Type="http://schemas.openxmlformats.org/officeDocument/2006/relationships/notesSlide" Target="../notesSlides/notesSlide1.xml"/><Relationship Id="rId16" Type="http://schemas.openxmlformats.org/officeDocument/2006/relationships/image" Target="../media/image14.png"/><Relationship Id="rId29" Type="http://schemas.openxmlformats.org/officeDocument/2006/relationships/image" Target="../media/image27.png"/><Relationship Id="rId11" Type="http://schemas.openxmlformats.org/officeDocument/2006/relationships/image" Target="../media/image9.png"/><Relationship Id="rId24" Type="http://schemas.openxmlformats.org/officeDocument/2006/relationships/image" Target="../media/image22.png"/><Relationship Id="rId32" Type="http://schemas.openxmlformats.org/officeDocument/2006/relationships/image" Target="../media/image30.png"/><Relationship Id="rId37" Type="http://schemas.openxmlformats.org/officeDocument/2006/relationships/image" Target="../media/image35.png"/><Relationship Id="rId40" Type="http://schemas.openxmlformats.org/officeDocument/2006/relationships/image" Target="../media/image38.png"/><Relationship Id="rId45" Type="http://schemas.openxmlformats.org/officeDocument/2006/relationships/image" Target="../media/image43.png"/><Relationship Id="rId53" Type="http://schemas.openxmlformats.org/officeDocument/2006/relationships/image" Target="../media/image51.png"/><Relationship Id="rId5" Type="http://schemas.openxmlformats.org/officeDocument/2006/relationships/image" Target="../media/image3.png"/><Relationship Id="rId19" Type="http://schemas.openxmlformats.org/officeDocument/2006/relationships/image" Target="../media/image17.png"/><Relationship Id="rId4" Type="http://schemas.openxmlformats.org/officeDocument/2006/relationships/image" Target="../media/image2.png"/><Relationship Id="rId9" Type="http://schemas.openxmlformats.org/officeDocument/2006/relationships/image" Target="../media/image7.png"/><Relationship Id="rId14" Type="http://schemas.openxmlformats.org/officeDocument/2006/relationships/image" Target="../media/image12.png"/><Relationship Id="rId22" Type="http://schemas.openxmlformats.org/officeDocument/2006/relationships/image" Target="../media/image20.png"/><Relationship Id="rId27" Type="http://schemas.openxmlformats.org/officeDocument/2006/relationships/image" Target="../media/image25.png"/><Relationship Id="rId30" Type="http://schemas.openxmlformats.org/officeDocument/2006/relationships/image" Target="../media/image28.png"/><Relationship Id="rId35" Type="http://schemas.openxmlformats.org/officeDocument/2006/relationships/image" Target="../media/image33.png"/><Relationship Id="rId43" Type="http://schemas.openxmlformats.org/officeDocument/2006/relationships/image" Target="../media/image41.png"/><Relationship Id="rId48" Type="http://schemas.openxmlformats.org/officeDocument/2006/relationships/image" Target="../media/image46.png"/><Relationship Id="rId56" Type="http://schemas.openxmlformats.org/officeDocument/2006/relationships/image" Target="../media/image54.png"/><Relationship Id="rId8" Type="http://schemas.openxmlformats.org/officeDocument/2006/relationships/image" Target="../media/image6.png"/><Relationship Id="rId51" Type="http://schemas.openxmlformats.org/officeDocument/2006/relationships/image" Target="../media/image49.png"/><Relationship Id="rId3" Type="http://schemas.openxmlformats.org/officeDocument/2006/relationships/image" Target="../media/image1.jpeg"/><Relationship Id="rId12" Type="http://schemas.openxmlformats.org/officeDocument/2006/relationships/image" Target="../media/image10.png"/><Relationship Id="rId17" Type="http://schemas.openxmlformats.org/officeDocument/2006/relationships/image" Target="../media/image15.png"/><Relationship Id="rId25" Type="http://schemas.openxmlformats.org/officeDocument/2006/relationships/image" Target="../media/image23.png"/><Relationship Id="rId33" Type="http://schemas.openxmlformats.org/officeDocument/2006/relationships/image" Target="../media/image31.png"/><Relationship Id="rId38" Type="http://schemas.openxmlformats.org/officeDocument/2006/relationships/image" Target="../media/image36.png"/><Relationship Id="rId46" Type="http://schemas.openxmlformats.org/officeDocument/2006/relationships/image" Target="../media/image44.png"/><Relationship Id="rId20" Type="http://schemas.openxmlformats.org/officeDocument/2006/relationships/image" Target="../media/image18.png"/><Relationship Id="rId41" Type="http://schemas.openxmlformats.org/officeDocument/2006/relationships/image" Target="../media/image39.png"/><Relationship Id="rId54" Type="http://schemas.openxmlformats.org/officeDocument/2006/relationships/image" Target="../media/image52.png"/><Relationship Id="rId1" Type="http://schemas.openxmlformats.org/officeDocument/2006/relationships/slideLayout" Target="../slideLayouts/slideLayout12.xml"/><Relationship Id="rId6" Type="http://schemas.openxmlformats.org/officeDocument/2006/relationships/image" Target="../media/image4.png"/><Relationship Id="rId15" Type="http://schemas.openxmlformats.org/officeDocument/2006/relationships/image" Target="../media/image13.png"/><Relationship Id="rId23" Type="http://schemas.openxmlformats.org/officeDocument/2006/relationships/image" Target="../media/image21.png"/><Relationship Id="rId28" Type="http://schemas.openxmlformats.org/officeDocument/2006/relationships/image" Target="../media/image26.png"/><Relationship Id="rId36" Type="http://schemas.openxmlformats.org/officeDocument/2006/relationships/image" Target="../media/image34.png"/><Relationship Id="rId49" Type="http://schemas.openxmlformats.org/officeDocument/2006/relationships/image" Target="../media/image47.png"/><Relationship Id="rId57" Type="http://schemas.openxmlformats.org/officeDocument/2006/relationships/image" Target="../media/image55.png"/><Relationship Id="rId10" Type="http://schemas.openxmlformats.org/officeDocument/2006/relationships/image" Target="../media/image8.png"/><Relationship Id="rId31" Type="http://schemas.openxmlformats.org/officeDocument/2006/relationships/image" Target="../media/image29.png"/><Relationship Id="rId44" Type="http://schemas.openxmlformats.org/officeDocument/2006/relationships/image" Target="../media/image42.png"/><Relationship Id="rId52" Type="http://schemas.openxmlformats.org/officeDocument/2006/relationships/image" Target="../media/image50.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pic>
        <p:nvPicPr>
          <p:cNvPr id="6" name="图片 5" descr="2"/>
          <p:cNvPicPr>
            <a:picLocks noChangeAspect="1"/>
          </p:cNvPicPr>
          <p:nvPr/>
        </p:nvPicPr>
        <p:blipFill>
          <a:blip r:embed="rId3"/>
          <a:stretch>
            <a:fillRect/>
          </a:stretch>
        </p:blipFill>
        <p:spPr>
          <a:xfrm>
            <a:off x="635" y="-555625"/>
            <a:ext cx="25198070" cy="50398680"/>
          </a:xfrm>
          <a:prstGeom prst="rect">
            <a:avLst/>
          </a:prstGeom>
        </p:spPr>
      </p:pic>
      <p:sp>
        <p:nvSpPr>
          <p:cNvPr id="2" name="文本框 1">
            <a:extLst>
              <a:ext uri="{FF2B5EF4-FFF2-40B4-BE49-F238E27FC236}">
                <a16:creationId xmlns:a16="http://schemas.microsoft.com/office/drawing/2014/main" id="{71F5B4E8-0C62-64D5-523B-879B9DB760FD}"/>
              </a:ext>
            </a:extLst>
          </p:cNvPr>
          <p:cNvSpPr txBox="1"/>
          <p:nvPr/>
        </p:nvSpPr>
        <p:spPr>
          <a:xfrm>
            <a:off x="1016953" y="3787775"/>
            <a:ext cx="23165434" cy="1631216"/>
          </a:xfrm>
          <a:prstGeom prst="rect">
            <a:avLst/>
          </a:prstGeom>
          <a:noFill/>
        </p:spPr>
        <p:txBody>
          <a:bodyPr wrap="square" rtlCol="0">
            <a:spAutoFit/>
          </a:bodyPr>
          <a:lstStyle/>
          <a:p>
            <a:pPr algn="ctr"/>
            <a:r>
              <a:rPr lang="zh-CN" altLang="zh-CN" sz="6000" b="1" i="0" dirty="0">
                <a:solidFill>
                  <a:srgbClr val="1A1C1F"/>
                </a:solidFill>
                <a:effectLst/>
                <a:latin typeface="-apple-system"/>
              </a:rPr>
              <a:t>Modeling Adaptive Grasping in a </a:t>
            </a:r>
            <a:r>
              <a:rPr lang="en-US" altLang="zh-CN" sz="6000" b="1" i="0" dirty="0">
                <a:solidFill>
                  <a:srgbClr val="1A1C1F"/>
                </a:solidFill>
                <a:effectLst/>
                <a:latin typeface="-apple-system"/>
              </a:rPr>
              <a:t>String</a:t>
            </a:r>
            <a:r>
              <a:rPr lang="zh-CN" altLang="zh-CN" sz="6000" b="1" i="0" dirty="0">
                <a:solidFill>
                  <a:srgbClr val="1A1C1F"/>
                </a:solidFill>
                <a:effectLst/>
                <a:latin typeface="-apple-system"/>
              </a:rPr>
              <a:t>-Driven Origam</a:t>
            </a:r>
            <a:r>
              <a:rPr lang="en-US" altLang="zh-CN" sz="6000" b="1" i="0" dirty="0" err="1">
                <a:solidFill>
                  <a:srgbClr val="1A1C1F"/>
                </a:solidFill>
                <a:effectLst/>
                <a:latin typeface="-apple-system"/>
              </a:rPr>
              <a:t>i</a:t>
            </a:r>
            <a:r>
              <a:rPr lang="en-US" altLang="zh-CN" sz="6000" b="1" i="0" dirty="0">
                <a:solidFill>
                  <a:srgbClr val="1A1C1F"/>
                </a:solidFill>
                <a:effectLst/>
                <a:latin typeface="-apple-system"/>
              </a:rPr>
              <a:t> </a:t>
            </a:r>
            <a:r>
              <a:rPr lang="zh-CN" altLang="zh-CN" sz="6000" b="1" i="0" dirty="0">
                <a:solidFill>
                  <a:srgbClr val="1A1C1F"/>
                </a:solidFill>
                <a:effectLst/>
                <a:latin typeface="-apple-system"/>
              </a:rPr>
              <a:t>Hand</a:t>
            </a:r>
            <a:endParaRPr lang="en-US" altLang="zh-CN" sz="6000" b="1" i="0" dirty="0">
              <a:solidFill>
                <a:srgbClr val="1A1C1F"/>
              </a:solidFill>
              <a:effectLst/>
              <a:latin typeface="-apple-system"/>
            </a:endParaRPr>
          </a:p>
          <a:p>
            <a:pPr algn="ctr"/>
            <a:r>
              <a:rPr lang="zh-CN" altLang="zh-CN" sz="3600" b="1" i="0" dirty="0">
                <a:solidFill>
                  <a:schemeClr val="bg1">
                    <a:lumMod val="50000"/>
                    <a:lumOff val="50000"/>
                  </a:schemeClr>
                </a:solidFill>
                <a:effectLst/>
                <a:latin typeface="-apple-system"/>
              </a:rPr>
              <a:t>Introducing </a:t>
            </a:r>
            <a:r>
              <a:rPr lang="en-US" altLang="zh-CN" sz="3600" b="1" i="0" dirty="0">
                <a:solidFill>
                  <a:schemeClr val="bg1">
                    <a:lumMod val="50000"/>
                    <a:lumOff val="50000"/>
                  </a:schemeClr>
                </a:solidFill>
                <a:effectLst/>
                <a:latin typeface="-apple-system"/>
              </a:rPr>
              <a:t>FM</a:t>
            </a:r>
            <a:r>
              <a:rPr lang="zh-CN" altLang="zh-CN" sz="3600" b="1" i="0" dirty="0">
                <a:solidFill>
                  <a:schemeClr val="bg1">
                    <a:lumMod val="50000"/>
                    <a:lumOff val="50000"/>
                  </a:schemeClr>
                </a:solidFill>
                <a:effectLst/>
                <a:latin typeface="-apple-system"/>
              </a:rPr>
              <a:t>AS: a </a:t>
            </a:r>
            <a:r>
              <a:rPr lang="en-US" altLang="zh-CN" sz="3600" b="1" i="0" dirty="0">
                <a:solidFill>
                  <a:schemeClr val="bg1">
                    <a:lumMod val="50000"/>
                    <a:lumOff val="50000"/>
                  </a:schemeClr>
                </a:solidFill>
                <a:effectLst/>
                <a:latin typeface="-apple-system"/>
              </a:rPr>
              <a:t>friction</a:t>
            </a:r>
            <a:r>
              <a:rPr lang="zh-CN" altLang="zh-CN" sz="3600" b="1" i="0" dirty="0">
                <a:solidFill>
                  <a:schemeClr val="bg1">
                    <a:lumMod val="50000"/>
                    <a:lumOff val="50000"/>
                  </a:schemeClr>
                </a:solidFill>
                <a:effectLst/>
                <a:latin typeface="-apple-system"/>
              </a:rPr>
              <a:t>-</a:t>
            </a:r>
            <a:r>
              <a:rPr lang="en-US" altLang="zh-CN" sz="3600" b="1" i="0" dirty="0">
                <a:solidFill>
                  <a:schemeClr val="bg1">
                    <a:lumMod val="50000"/>
                    <a:lumOff val="50000"/>
                  </a:schemeClr>
                </a:solidFill>
                <a:effectLst/>
                <a:latin typeface="-apple-system"/>
              </a:rPr>
              <a:t>modulated</a:t>
            </a:r>
            <a:r>
              <a:rPr lang="zh-CN" altLang="zh-CN" sz="3600" b="1" i="0" dirty="0">
                <a:solidFill>
                  <a:schemeClr val="bg1">
                    <a:lumMod val="50000"/>
                    <a:lumOff val="50000"/>
                  </a:schemeClr>
                </a:solidFill>
                <a:effectLst/>
                <a:latin typeface="-apple-system"/>
              </a:rPr>
              <a:t> tendon transmission model connected to MuJoCo contact simulation</a:t>
            </a:r>
            <a:endParaRPr lang="zh-CN" altLang="en-US" sz="3600" dirty="0">
              <a:solidFill>
                <a:schemeClr val="bg1">
                  <a:lumMod val="50000"/>
                  <a:lumOff val="50000"/>
                </a:schemeClr>
              </a:solidFill>
              <a:latin typeface="+mj-lt"/>
            </a:endParaRPr>
          </a:p>
        </p:txBody>
      </p:sp>
      <p:sp>
        <p:nvSpPr>
          <p:cNvPr id="3" name="文本框 2">
            <a:extLst>
              <a:ext uri="{FF2B5EF4-FFF2-40B4-BE49-F238E27FC236}">
                <a16:creationId xmlns:a16="http://schemas.microsoft.com/office/drawing/2014/main" id="{162C9550-7DAF-9B08-68FD-9E09FBAAD5AD}"/>
              </a:ext>
            </a:extLst>
          </p:cNvPr>
          <p:cNvSpPr txBox="1"/>
          <p:nvPr/>
        </p:nvSpPr>
        <p:spPr>
          <a:xfrm>
            <a:off x="5246370" y="5234470"/>
            <a:ext cx="14706600" cy="707886"/>
          </a:xfrm>
          <a:prstGeom prst="rect">
            <a:avLst/>
          </a:prstGeom>
          <a:noFill/>
        </p:spPr>
        <p:txBody>
          <a:bodyPr wrap="square" rtlCol="0">
            <a:spAutoFit/>
          </a:bodyPr>
          <a:lstStyle/>
          <a:p>
            <a:pPr algn="ctr"/>
            <a:r>
              <a:rPr lang="en-US" altLang="zh-CN" sz="4000" dirty="0">
                <a:solidFill>
                  <a:schemeClr val="bg1"/>
                </a:solidFill>
                <a:latin typeface="+mj-lt"/>
              </a:rPr>
              <a:t>Yushuo Wang</a:t>
            </a:r>
            <a:endParaRPr lang="zh-CN" altLang="en-US" sz="4000" dirty="0">
              <a:solidFill>
                <a:schemeClr val="bg1"/>
              </a:solidFill>
              <a:latin typeface="+mj-lt"/>
            </a:endParaRPr>
          </a:p>
        </p:txBody>
      </p:sp>
      <p:sp>
        <p:nvSpPr>
          <p:cNvPr id="5" name="矩形 4">
            <a:extLst>
              <a:ext uri="{FF2B5EF4-FFF2-40B4-BE49-F238E27FC236}">
                <a16:creationId xmlns:a16="http://schemas.microsoft.com/office/drawing/2014/main" id="{C7A52D19-44B5-D3B3-6DDE-D34C32BB69BF}"/>
              </a:ext>
            </a:extLst>
          </p:cNvPr>
          <p:cNvSpPr/>
          <p:nvPr/>
        </p:nvSpPr>
        <p:spPr>
          <a:xfrm>
            <a:off x="407987" y="6149975"/>
            <a:ext cx="11963400" cy="39446537"/>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a:extLst>
              <a:ext uri="{FF2B5EF4-FFF2-40B4-BE49-F238E27FC236}">
                <a16:creationId xmlns:a16="http://schemas.microsoft.com/office/drawing/2014/main" id="{AADB069C-1F51-A63A-9477-7000E17F9218}"/>
              </a:ext>
            </a:extLst>
          </p:cNvPr>
          <p:cNvSpPr/>
          <p:nvPr/>
        </p:nvSpPr>
        <p:spPr>
          <a:xfrm>
            <a:off x="12828589" y="6149975"/>
            <a:ext cx="11929108" cy="39446537"/>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 name="文本框 8">
            <a:extLst>
              <a:ext uri="{FF2B5EF4-FFF2-40B4-BE49-F238E27FC236}">
                <a16:creationId xmlns:a16="http://schemas.microsoft.com/office/drawing/2014/main" id="{53DD4769-A88D-5030-6B38-FE2CEC3019C9}"/>
              </a:ext>
            </a:extLst>
          </p:cNvPr>
          <p:cNvSpPr txBox="1"/>
          <p:nvPr/>
        </p:nvSpPr>
        <p:spPr>
          <a:xfrm>
            <a:off x="788987" y="6276162"/>
            <a:ext cx="8153400" cy="646331"/>
          </a:xfrm>
          <a:prstGeom prst="rect">
            <a:avLst/>
          </a:prstGeom>
          <a:noFill/>
        </p:spPr>
        <p:txBody>
          <a:bodyPr wrap="square" rtlCol="0">
            <a:spAutoFit/>
          </a:bodyPr>
          <a:lstStyle/>
          <a:p>
            <a:r>
              <a:rPr lang="en-US" altLang="zh-CN" sz="3600" dirty="0">
                <a:solidFill>
                  <a:schemeClr val="bg1"/>
                </a:solidFill>
                <a:latin typeface="Malgun Gothic" panose="020B0503020000020004" pitchFamily="34" charset="-127"/>
                <a:ea typeface="Malgun Gothic" panose="020B0503020000020004" pitchFamily="34" charset="-127"/>
              </a:rPr>
              <a:t>Problem Statement</a:t>
            </a:r>
            <a:endParaRPr lang="zh-CN" altLang="en-US" sz="3600" dirty="0">
              <a:solidFill>
                <a:schemeClr val="bg1"/>
              </a:solidFill>
              <a:latin typeface="Malgun Gothic" panose="020B0503020000020004" pitchFamily="34" charset="-127"/>
              <a:ea typeface="Malgun Gothic" panose="020B0503020000020004" pitchFamily="34" charset="-127"/>
            </a:endParaRPr>
          </a:p>
        </p:txBody>
      </p:sp>
      <p:sp>
        <p:nvSpPr>
          <p:cNvPr id="10" name="文本框 9">
            <a:extLst>
              <a:ext uri="{FF2B5EF4-FFF2-40B4-BE49-F238E27FC236}">
                <a16:creationId xmlns:a16="http://schemas.microsoft.com/office/drawing/2014/main" id="{537E309D-A351-4442-747C-1F3A62AE8107}"/>
              </a:ext>
            </a:extLst>
          </p:cNvPr>
          <p:cNvSpPr txBox="1"/>
          <p:nvPr/>
        </p:nvSpPr>
        <p:spPr>
          <a:xfrm>
            <a:off x="788987" y="24876809"/>
            <a:ext cx="8153400" cy="646331"/>
          </a:xfrm>
          <a:prstGeom prst="rect">
            <a:avLst/>
          </a:prstGeom>
          <a:noFill/>
        </p:spPr>
        <p:txBody>
          <a:bodyPr wrap="square" rtlCol="0">
            <a:spAutoFit/>
          </a:bodyPr>
          <a:lstStyle/>
          <a:p>
            <a:r>
              <a:rPr lang="en-US" altLang="zh-CN" sz="3600" dirty="0">
                <a:solidFill>
                  <a:schemeClr val="bg1"/>
                </a:solidFill>
                <a:latin typeface="Malgun Gothic" panose="020B0503020000020004" pitchFamily="34" charset="-127"/>
                <a:ea typeface="Malgun Gothic" panose="020B0503020000020004" pitchFamily="34" charset="-127"/>
              </a:rPr>
              <a:t>Literature Review</a:t>
            </a:r>
            <a:endParaRPr lang="zh-CN" altLang="en-US" sz="3600" dirty="0">
              <a:solidFill>
                <a:schemeClr val="bg1"/>
              </a:solidFill>
              <a:latin typeface="Malgun Gothic" panose="020B0503020000020004" pitchFamily="34" charset="-127"/>
              <a:ea typeface="Malgun Gothic" panose="020B0503020000020004" pitchFamily="34" charset="-127"/>
            </a:endParaRPr>
          </a:p>
        </p:txBody>
      </p:sp>
      <p:sp>
        <p:nvSpPr>
          <p:cNvPr id="11" name="文本框 10">
            <a:extLst>
              <a:ext uri="{FF2B5EF4-FFF2-40B4-BE49-F238E27FC236}">
                <a16:creationId xmlns:a16="http://schemas.microsoft.com/office/drawing/2014/main" id="{E7E524F7-6515-40D9-0477-105D02A32491}"/>
              </a:ext>
            </a:extLst>
          </p:cNvPr>
          <p:cNvSpPr txBox="1"/>
          <p:nvPr/>
        </p:nvSpPr>
        <p:spPr>
          <a:xfrm>
            <a:off x="13189109" y="6299617"/>
            <a:ext cx="8153400" cy="646331"/>
          </a:xfrm>
          <a:prstGeom prst="rect">
            <a:avLst/>
          </a:prstGeom>
          <a:noFill/>
        </p:spPr>
        <p:txBody>
          <a:bodyPr wrap="square" rtlCol="0">
            <a:spAutoFit/>
          </a:bodyPr>
          <a:lstStyle/>
          <a:p>
            <a:r>
              <a:rPr lang="en-US" altLang="zh-CN" sz="3600" dirty="0">
                <a:solidFill>
                  <a:schemeClr val="bg1"/>
                </a:solidFill>
                <a:latin typeface="Malgun Gothic" panose="020B0503020000020004" pitchFamily="34" charset="-127"/>
                <a:ea typeface="Malgun Gothic" panose="020B0503020000020004" pitchFamily="34" charset="-127"/>
              </a:rPr>
              <a:t>Methodology</a:t>
            </a:r>
            <a:endParaRPr lang="zh-CN" altLang="en-US" sz="3600" dirty="0">
              <a:solidFill>
                <a:schemeClr val="bg1"/>
              </a:solidFill>
              <a:latin typeface="Malgun Gothic" panose="020B0503020000020004" pitchFamily="34" charset="-127"/>
              <a:ea typeface="Malgun Gothic" panose="020B0503020000020004" pitchFamily="34" charset="-127"/>
            </a:endParaRPr>
          </a:p>
        </p:txBody>
      </p:sp>
      <p:sp>
        <p:nvSpPr>
          <p:cNvPr id="12" name="文本框 11">
            <a:extLst>
              <a:ext uri="{FF2B5EF4-FFF2-40B4-BE49-F238E27FC236}">
                <a16:creationId xmlns:a16="http://schemas.microsoft.com/office/drawing/2014/main" id="{607C94A5-7D91-1227-1BC2-5E023460B080}"/>
              </a:ext>
            </a:extLst>
          </p:cNvPr>
          <p:cNvSpPr txBox="1"/>
          <p:nvPr/>
        </p:nvSpPr>
        <p:spPr>
          <a:xfrm>
            <a:off x="13189109" y="20246975"/>
            <a:ext cx="8153400" cy="646331"/>
          </a:xfrm>
          <a:prstGeom prst="rect">
            <a:avLst/>
          </a:prstGeom>
          <a:noFill/>
        </p:spPr>
        <p:txBody>
          <a:bodyPr wrap="square" rtlCol="0">
            <a:spAutoFit/>
          </a:bodyPr>
          <a:lstStyle/>
          <a:p>
            <a:r>
              <a:rPr lang="en-US" altLang="zh-CN" sz="3600" dirty="0">
                <a:solidFill>
                  <a:schemeClr val="bg1"/>
                </a:solidFill>
                <a:latin typeface="Malgun Gothic" panose="020B0503020000020004" pitchFamily="34" charset="-127"/>
                <a:ea typeface="Malgun Gothic" panose="020B0503020000020004" pitchFamily="34" charset="-127"/>
              </a:rPr>
              <a:t>Experimental Results</a:t>
            </a:r>
            <a:endParaRPr lang="zh-CN" altLang="en-US" sz="3600" dirty="0">
              <a:solidFill>
                <a:schemeClr val="bg1"/>
              </a:solidFill>
              <a:latin typeface="Malgun Gothic" panose="020B0503020000020004" pitchFamily="34" charset="-127"/>
              <a:ea typeface="Malgun Gothic" panose="020B0503020000020004" pitchFamily="34" charset="-127"/>
            </a:endParaRPr>
          </a:p>
        </p:txBody>
      </p:sp>
      <p:sp>
        <p:nvSpPr>
          <p:cNvPr id="13" name="文本框 12">
            <a:extLst>
              <a:ext uri="{FF2B5EF4-FFF2-40B4-BE49-F238E27FC236}">
                <a16:creationId xmlns:a16="http://schemas.microsoft.com/office/drawing/2014/main" id="{ED1F9E91-0586-8DFC-CB6C-F4E5159DFA26}"/>
              </a:ext>
            </a:extLst>
          </p:cNvPr>
          <p:cNvSpPr txBox="1"/>
          <p:nvPr/>
        </p:nvSpPr>
        <p:spPr>
          <a:xfrm>
            <a:off x="13189109" y="40457168"/>
            <a:ext cx="8153400" cy="646331"/>
          </a:xfrm>
          <a:prstGeom prst="rect">
            <a:avLst/>
          </a:prstGeom>
          <a:noFill/>
        </p:spPr>
        <p:txBody>
          <a:bodyPr wrap="square" rtlCol="0">
            <a:spAutoFit/>
          </a:bodyPr>
          <a:lstStyle/>
          <a:p>
            <a:r>
              <a:rPr lang="en-US" altLang="zh-CN" sz="3600" dirty="0">
                <a:solidFill>
                  <a:schemeClr val="bg1"/>
                </a:solidFill>
                <a:latin typeface="Malgun Gothic" panose="020B0503020000020004" pitchFamily="34" charset="-127"/>
                <a:ea typeface="Malgun Gothic" panose="020B0503020000020004" pitchFamily="34" charset="-127"/>
              </a:rPr>
              <a:t>Conclusion</a:t>
            </a:r>
            <a:endParaRPr lang="zh-CN" altLang="en-US" sz="3600" dirty="0">
              <a:solidFill>
                <a:schemeClr val="bg1"/>
              </a:solidFill>
              <a:latin typeface="Malgun Gothic" panose="020B0503020000020004" pitchFamily="34" charset="-127"/>
              <a:ea typeface="Malgun Gothic" panose="020B0503020000020004" pitchFamily="34" charset="-127"/>
            </a:endParaRPr>
          </a:p>
        </p:txBody>
      </p:sp>
      <p:pic>
        <p:nvPicPr>
          <p:cNvPr id="7" name="图片 6">
            <a:extLst>
              <a:ext uri="{FF2B5EF4-FFF2-40B4-BE49-F238E27FC236}">
                <a16:creationId xmlns:a16="http://schemas.microsoft.com/office/drawing/2014/main" id="{8D3AC3FF-031C-C9ED-1B56-03CF8CE6F2BF}"/>
              </a:ext>
            </a:extLst>
          </p:cNvPr>
          <p:cNvPicPr>
            <a:picLocks noChangeAspect="1"/>
          </p:cNvPicPr>
          <p:nvPr/>
        </p:nvPicPr>
        <p:blipFill rotWithShape="1">
          <a:blip r:embed="rId4">
            <a:clrChange>
              <a:clrFrom>
                <a:srgbClr val="FFFFFF"/>
              </a:clrFrom>
              <a:clrTo>
                <a:srgbClr val="FFFFFF">
                  <a:alpha val="0"/>
                </a:srgbClr>
              </a:clrTo>
            </a:clrChange>
          </a:blip>
          <a:srcRect l="258" t="-369" r="-1"/>
          <a:stretch>
            <a:fillRect/>
          </a:stretch>
        </p:blipFill>
        <p:spPr>
          <a:xfrm>
            <a:off x="342229" y="31102645"/>
            <a:ext cx="11967427" cy="6144913"/>
          </a:xfrm>
          <a:prstGeom prst="rect">
            <a:avLst/>
          </a:prstGeom>
        </p:spPr>
      </p:pic>
      <p:sp>
        <p:nvSpPr>
          <p:cNvPr id="38" name="文本框 37">
            <a:extLst>
              <a:ext uri="{FF2B5EF4-FFF2-40B4-BE49-F238E27FC236}">
                <a16:creationId xmlns:a16="http://schemas.microsoft.com/office/drawing/2014/main" id="{70442731-6F74-4CAC-615C-3E06A2CB3298}"/>
              </a:ext>
            </a:extLst>
          </p:cNvPr>
          <p:cNvSpPr txBox="1"/>
          <p:nvPr/>
        </p:nvSpPr>
        <p:spPr>
          <a:xfrm>
            <a:off x="1142429" y="36832167"/>
            <a:ext cx="3026914" cy="523220"/>
          </a:xfrm>
          <a:prstGeom prst="rect">
            <a:avLst/>
          </a:prstGeom>
          <a:noFill/>
        </p:spPr>
        <p:txBody>
          <a:bodyPr wrap="square" rtlCol="0">
            <a:spAutoFit/>
          </a:bodyPr>
          <a:lstStyle/>
          <a:p>
            <a:pPr algn="ctr"/>
            <a:r>
              <a:rPr lang="en-US" altLang="zh-CN" sz="2800" b="1" dirty="0">
                <a:solidFill>
                  <a:schemeClr val="bg1"/>
                </a:solidFill>
                <a:latin typeface="Malgun Gothic" panose="020B0503020000020004" pitchFamily="34" charset="-127"/>
                <a:ea typeface="Malgun Gothic" panose="020B0503020000020004" pitchFamily="34" charset="-127"/>
              </a:rPr>
              <a:t>Rigid Synergy</a:t>
            </a:r>
            <a:endParaRPr lang="zh-CN" altLang="en-US" sz="2800" b="1" dirty="0">
              <a:solidFill>
                <a:schemeClr val="bg1"/>
              </a:solidFill>
              <a:latin typeface="Malgun Gothic" panose="020B0503020000020004" pitchFamily="34" charset="-127"/>
              <a:ea typeface="Malgun Gothic" panose="020B0503020000020004" pitchFamily="34" charset="-127"/>
            </a:endParaRPr>
          </a:p>
        </p:txBody>
      </p:sp>
      <mc:AlternateContent xmlns:mc="http://schemas.openxmlformats.org/markup-compatibility/2006">
        <mc:Choice xmlns:a14="http://schemas.microsoft.com/office/drawing/2010/main" Requires="a14">
          <p:sp>
            <p:nvSpPr>
              <p:cNvPr id="39" name="文本框 38">
                <a:extLst>
                  <a:ext uri="{FF2B5EF4-FFF2-40B4-BE49-F238E27FC236}">
                    <a16:creationId xmlns:a16="http://schemas.microsoft.com/office/drawing/2014/main" id="{9313ECE1-E016-0459-EF16-5C7B20A68691}"/>
                  </a:ext>
                </a:extLst>
              </p:cNvPr>
              <p:cNvSpPr txBox="1"/>
              <p:nvPr/>
            </p:nvSpPr>
            <p:spPr>
              <a:xfrm>
                <a:off x="1031240" y="37575851"/>
                <a:ext cx="3149600" cy="552267"/>
              </a:xfrm>
              <a:prstGeom prst="rect">
                <a:avLst/>
              </a:prstGeom>
              <a:noFill/>
              <a:ln w="28575">
                <a:solidFill>
                  <a:srgbClr val="000099"/>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zh-TW" altLang="en-US" sz="2800" i="1" smtClean="0">
                          <a:solidFill>
                            <a:schemeClr val="bg1"/>
                          </a:solidFill>
                          <a:latin typeface="Cambria Math" panose="02040503050406030204" pitchFamily="18" charset="0"/>
                        </a:rPr>
                        <m:t>𝑞</m:t>
                      </m:r>
                      <m:r>
                        <a:rPr lang="en-US" altLang="zh-TW" sz="2800" b="0" i="0" smtClean="0">
                          <a:solidFill>
                            <a:schemeClr val="bg1"/>
                          </a:solidFill>
                          <a:latin typeface="Cambria Math" panose="02040503050406030204" pitchFamily="18" charset="0"/>
                        </a:rPr>
                        <m:t>=</m:t>
                      </m:r>
                      <m:sSup>
                        <m:sSupPr>
                          <m:ctrlPr>
                            <a:rPr lang="zh-TW" altLang="en-US" sz="2800" i="1">
                              <a:solidFill>
                                <a:schemeClr val="bg1"/>
                              </a:solidFill>
                              <a:latin typeface="Cambria Math" panose="02040503050406030204" pitchFamily="18" charset="0"/>
                            </a:rPr>
                          </m:ctrlPr>
                        </m:sSupPr>
                        <m:e>
                          <m:r>
                            <a:rPr lang="zh-TW" altLang="en-US" sz="2800" i="1">
                              <a:solidFill>
                                <a:schemeClr val="bg1"/>
                              </a:solidFill>
                              <a:latin typeface="Cambria Math" panose="02040503050406030204" pitchFamily="18" charset="0"/>
                            </a:rPr>
                            <m:t>𝑆</m:t>
                          </m:r>
                        </m:e>
                        <m:sup>
                          <m:d>
                            <m:dPr>
                              <m:ctrlPr>
                                <a:rPr lang="zh-TW" altLang="en-US" sz="2800" i="1">
                                  <a:solidFill>
                                    <a:schemeClr val="bg1"/>
                                  </a:solidFill>
                                  <a:latin typeface="Cambria Math" panose="02040503050406030204" pitchFamily="18" charset="0"/>
                                </a:rPr>
                              </m:ctrlPr>
                            </m:dPr>
                            <m:e>
                              <m:r>
                                <a:rPr lang="zh-TW" altLang="en-US" sz="2800" i="1">
                                  <a:solidFill>
                                    <a:schemeClr val="bg1"/>
                                  </a:solidFill>
                                  <a:latin typeface="Cambria Math" panose="02040503050406030204" pitchFamily="18" charset="0"/>
                                </a:rPr>
                                <m:t>𝑘</m:t>
                              </m:r>
                            </m:e>
                          </m:d>
                        </m:sup>
                      </m:sSup>
                      <m:sSup>
                        <m:sSupPr>
                          <m:ctrlPr>
                            <a:rPr lang="zh-TW" altLang="en-US" sz="2800" i="1">
                              <a:solidFill>
                                <a:schemeClr val="bg1"/>
                              </a:solidFill>
                              <a:latin typeface="Cambria Math" panose="02040503050406030204" pitchFamily="18" charset="0"/>
                            </a:rPr>
                          </m:ctrlPr>
                        </m:sSupPr>
                        <m:e>
                          <m:r>
                            <a:rPr lang="zh-TW" altLang="en-US" sz="2800" i="1">
                              <a:solidFill>
                                <a:schemeClr val="bg1"/>
                              </a:solidFill>
                              <a:latin typeface="Cambria Math" panose="02040503050406030204" pitchFamily="18" charset="0"/>
                            </a:rPr>
                            <m:t>𝜎</m:t>
                          </m:r>
                        </m:e>
                        <m:sup>
                          <m:d>
                            <m:dPr>
                              <m:ctrlPr>
                                <a:rPr lang="zh-TW" altLang="en-US" sz="2800" i="1">
                                  <a:solidFill>
                                    <a:schemeClr val="bg1"/>
                                  </a:solidFill>
                                  <a:latin typeface="Cambria Math" panose="02040503050406030204" pitchFamily="18" charset="0"/>
                                </a:rPr>
                              </m:ctrlPr>
                            </m:dPr>
                            <m:e>
                              <m:r>
                                <a:rPr lang="zh-TW" altLang="en-US" sz="2800" i="1">
                                  <a:solidFill>
                                    <a:schemeClr val="bg1"/>
                                  </a:solidFill>
                                  <a:latin typeface="Cambria Math" panose="02040503050406030204" pitchFamily="18" charset="0"/>
                                </a:rPr>
                                <m:t>𝑘</m:t>
                              </m:r>
                            </m:e>
                          </m:d>
                        </m:sup>
                      </m:sSup>
                    </m:oMath>
                  </m:oMathPara>
                </a14:m>
                <a:endParaRPr lang="zh-TW" altLang="en-US" sz="2800" dirty="0">
                  <a:solidFill>
                    <a:schemeClr val="bg1"/>
                  </a:solidFill>
                </a:endParaRPr>
              </a:p>
            </p:txBody>
          </p:sp>
        </mc:Choice>
        <mc:Fallback>
          <p:sp>
            <p:nvSpPr>
              <p:cNvPr id="39" name="文本框 38">
                <a:extLst>
                  <a:ext uri="{FF2B5EF4-FFF2-40B4-BE49-F238E27FC236}">
                    <a16:creationId xmlns:a16="http://schemas.microsoft.com/office/drawing/2014/main" id="{9313ECE1-E016-0459-EF16-5C7B20A68691}"/>
                  </a:ext>
                </a:extLst>
              </p:cNvPr>
              <p:cNvSpPr txBox="1">
                <a:spLocks noRot="1" noChangeAspect="1" noMove="1" noResize="1" noEditPoints="1" noAdjustHandles="1" noChangeArrowheads="1" noChangeShapeType="1" noTextEdit="1"/>
              </p:cNvSpPr>
              <p:nvPr/>
            </p:nvSpPr>
            <p:spPr>
              <a:xfrm>
                <a:off x="1031240" y="37575851"/>
                <a:ext cx="3149600" cy="552267"/>
              </a:xfrm>
              <a:prstGeom prst="rect">
                <a:avLst/>
              </a:prstGeom>
              <a:blipFill>
                <a:blip r:embed="rId5"/>
                <a:stretch>
                  <a:fillRect/>
                </a:stretch>
              </a:blipFill>
              <a:ln w="28575">
                <a:solidFill>
                  <a:srgbClr val="000099"/>
                </a:solidFill>
              </a:ln>
            </p:spPr>
            <p:txBody>
              <a:bodyPr/>
              <a:lstStyle/>
              <a:p>
                <a:r>
                  <a:rPr lang="zh-TW" altLang="en-US">
                    <a:noFill/>
                  </a:rPr>
                  <a:t> </a:t>
                </a:r>
              </a:p>
            </p:txBody>
          </p:sp>
        </mc:Fallback>
      </mc:AlternateContent>
      <p:pic>
        <p:nvPicPr>
          <p:cNvPr id="40" name="图片 39">
            <a:extLst>
              <a:ext uri="{FF2B5EF4-FFF2-40B4-BE49-F238E27FC236}">
                <a16:creationId xmlns:a16="http://schemas.microsoft.com/office/drawing/2014/main" id="{85CB7811-32A0-9C21-6DE1-2A3B65E135D0}"/>
              </a:ext>
            </a:extLst>
          </p:cNvPr>
          <p:cNvPicPr/>
          <p:nvPr/>
        </p:nvPicPr>
        <p:blipFill>
          <a:blip r:embed="rId6">
            <a:clrChange>
              <a:clrFrom>
                <a:srgbClr val="FFFFFF"/>
              </a:clrFrom>
              <a:clrTo>
                <a:srgbClr val="FFFFFF">
                  <a:alpha val="0"/>
                </a:srgbClr>
              </a:clrTo>
            </a:clrChange>
          </a:blip>
          <a:stretch>
            <a:fillRect/>
          </a:stretch>
        </p:blipFill>
        <p:spPr>
          <a:xfrm>
            <a:off x="20035042" y="6276162"/>
            <a:ext cx="4391855" cy="3932816"/>
          </a:xfrm>
          <a:prstGeom prst="rect">
            <a:avLst/>
          </a:prstGeom>
        </p:spPr>
      </p:pic>
      <p:sp>
        <p:nvSpPr>
          <p:cNvPr id="53" name="文本框 52">
            <a:extLst>
              <a:ext uri="{FF2B5EF4-FFF2-40B4-BE49-F238E27FC236}">
                <a16:creationId xmlns:a16="http://schemas.microsoft.com/office/drawing/2014/main" id="{7E5D1E25-3519-98BA-75D6-32C06DF176C3}"/>
              </a:ext>
            </a:extLst>
          </p:cNvPr>
          <p:cNvSpPr txBox="1"/>
          <p:nvPr/>
        </p:nvSpPr>
        <p:spPr>
          <a:xfrm>
            <a:off x="1142429" y="39253975"/>
            <a:ext cx="3026914" cy="523220"/>
          </a:xfrm>
          <a:prstGeom prst="rect">
            <a:avLst/>
          </a:prstGeom>
          <a:noFill/>
        </p:spPr>
        <p:txBody>
          <a:bodyPr wrap="square" rtlCol="0">
            <a:spAutoFit/>
          </a:bodyPr>
          <a:lstStyle/>
          <a:p>
            <a:pPr algn="ctr"/>
            <a:r>
              <a:rPr lang="en-US" altLang="zh-CN" sz="2800" b="1" dirty="0">
                <a:solidFill>
                  <a:schemeClr val="bg1"/>
                </a:solidFill>
                <a:latin typeface="Malgun Gothic" panose="020B0503020000020004" pitchFamily="34" charset="-127"/>
                <a:ea typeface="Malgun Gothic" panose="020B0503020000020004" pitchFamily="34" charset="-127"/>
              </a:rPr>
              <a:t>Soft Synergy</a:t>
            </a:r>
            <a:endParaRPr lang="zh-CN" altLang="en-US" sz="2800" b="1" dirty="0">
              <a:solidFill>
                <a:schemeClr val="bg1"/>
              </a:solidFill>
              <a:latin typeface="Malgun Gothic" panose="020B0503020000020004" pitchFamily="34" charset="-127"/>
              <a:ea typeface="Malgun Gothic" panose="020B0503020000020004" pitchFamily="34" charset="-127"/>
            </a:endParaRPr>
          </a:p>
        </p:txBody>
      </p:sp>
      <p:sp>
        <p:nvSpPr>
          <p:cNvPr id="54" name="文本框 53">
            <a:extLst>
              <a:ext uri="{FF2B5EF4-FFF2-40B4-BE49-F238E27FC236}">
                <a16:creationId xmlns:a16="http://schemas.microsoft.com/office/drawing/2014/main" id="{3FD2A920-970A-149E-30E5-3542E20D0DF9}"/>
              </a:ext>
            </a:extLst>
          </p:cNvPr>
          <p:cNvSpPr txBox="1"/>
          <p:nvPr/>
        </p:nvSpPr>
        <p:spPr>
          <a:xfrm>
            <a:off x="788987" y="42734410"/>
            <a:ext cx="3733799" cy="523220"/>
          </a:xfrm>
          <a:prstGeom prst="rect">
            <a:avLst/>
          </a:prstGeom>
          <a:noFill/>
        </p:spPr>
        <p:txBody>
          <a:bodyPr wrap="square" rtlCol="0">
            <a:spAutoFit/>
          </a:bodyPr>
          <a:lstStyle/>
          <a:p>
            <a:pPr algn="ctr"/>
            <a:r>
              <a:rPr lang="en-US" altLang="zh-CN" sz="2800" b="1" dirty="0">
                <a:solidFill>
                  <a:schemeClr val="bg1"/>
                </a:solidFill>
                <a:latin typeface="Malgun Gothic" panose="020B0503020000020004" pitchFamily="34" charset="-127"/>
                <a:ea typeface="Malgun Gothic" panose="020B0503020000020004" pitchFamily="34" charset="-127"/>
              </a:rPr>
              <a:t>Adaptive Synergy</a:t>
            </a:r>
            <a:endParaRPr lang="zh-CN" altLang="en-US" sz="2800" b="1" dirty="0">
              <a:solidFill>
                <a:schemeClr val="bg1"/>
              </a:solidFill>
              <a:latin typeface="Malgun Gothic" panose="020B0503020000020004" pitchFamily="34" charset="-127"/>
              <a:ea typeface="Malgun Gothic" panose="020B0503020000020004" pitchFamily="34" charset="-127"/>
            </a:endParaRPr>
          </a:p>
        </p:txBody>
      </p:sp>
      <mc:AlternateContent xmlns:mc="http://schemas.openxmlformats.org/markup-compatibility/2006">
        <mc:Choice xmlns:a14="http://schemas.microsoft.com/office/drawing/2010/main" Requires="a14">
          <p:sp>
            <p:nvSpPr>
              <p:cNvPr id="55" name="文本框 54">
                <a:extLst>
                  <a:ext uri="{FF2B5EF4-FFF2-40B4-BE49-F238E27FC236}">
                    <a16:creationId xmlns:a16="http://schemas.microsoft.com/office/drawing/2014/main" id="{87E5F3DB-B1CC-ABCC-1BBD-D11525141CD6}"/>
                  </a:ext>
                </a:extLst>
              </p:cNvPr>
              <p:cNvSpPr txBox="1"/>
              <p:nvPr/>
            </p:nvSpPr>
            <p:spPr>
              <a:xfrm>
                <a:off x="939156" y="38210145"/>
                <a:ext cx="3909058" cy="971997"/>
              </a:xfrm>
              <a:prstGeom prst="rect">
                <a:avLst/>
              </a:prstGeom>
              <a:noFill/>
              <a:ln w="28575">
                <a:noFill/>
              </a:ln>
            </p:spPr>
            <p:txBody>
              <a:bodyPr wrap="square">
                <a:spAutoFit/>
              </a:bodyPr>
              <a:lstStyle/>
              <a:p>
                <a14:m>
                  <m:oMath xmlns:m="http://schemas.openxmlformats.org/officeDocument/2006/math">
                    <m:r>
                      <a:rPr lang="zh-TW" altLang="en-US" sz="2800" i="1" smtClean="0">
                        <a:solidFill>
                          <a:schemeClr val="bg1"/>
                        </a:solidFill>
                        <a:latin typeface="Cambria Math" panose="02040503050406030204" pitchFamily="18" charset="0"/>
                      </a:rPr>
                      <m:t>𝑞</m:t>
                    </m:r>
                  </m:oMath>
                </a14:m>
                <a:r>
                  <a:rPr lang="en-US" altLang="zh-TW" sz="2800" b="0" dirty="0">
                    <a:solidFill>
                      <a:schemeClr val="bg1"/>
                    </a:solidFill>
                  </a:rPr>
                  <a:t>: </a:t>
                </a:r>
                <a:r>
                  <a:rPr lang="en-US" altLang="zh-TW" sz="2800" b="0" dirty="0">
                    <a:solidFill>
                      <a:schemeClr val="bg1"/>
                    </a:solidFill>
                    <a:latin typeface="Malgun Gothic" panose="020B0503020000020004" pitchFamily="34" charset="-127"/>
                    <a:ea typeface="Malgun Gothic" panose="020B0503020000020004" pitchFamily="34" charset="-127"/>
                  </a:rPr>
                  <a:t>joint configuration</a:t>
                </a:r>
              </a:p>
              <a:p>
                <a14:m>
                  <m:oMath xmlns:m="http://schemas.openxmlformats.org/officeDocument/2006/math">
                    <m:sSup>
                      <m:sSupPr>
                        <m:ctrlPr>
                          <a:rPr lang="en-US" altLang="zh-TW" sz="2800" b="0" i="1" smtClean="0">
                            <a:solidFill>
                              <a:schemeClr val="bg1"/>
                            </a:solidFill>
                            <a:latin typeface="Cambria Math" panose="02040503050406030204" pitchFamily="18" charset="0"/>
                          </a:rPr>
                        </m:ctrlPr>
                      </m:sSupPr>
                      <m:e>
                        <m:r>
                          <a:rPr lang="en-US" altLang="zh-TW" sz="2800" b="0" i="1" smtClean="0">
                            <a:solidFill>
                              <a:schemeClr val="bg1"/>
                            </a:solidFill>
                            <a:latin typeface="Cambria Math" panose="02040503050406030204" pitchFamily="18" charset="0"/>
                          </a:rPr>
                          <m:t>𝑆</m:t>
                        </m:r>
                      </m:e>
                      <m:sup>
                        <m:r>
                          <a:rPr lang="en-US" altLang="zh-TW" sz="2800" b="0" i="1" smtClean="0">
                            <a:solidFill>
                              <a:schemeClr val="bg1"/>
                            </a:solidFill>
                            <a:latin typeface="Cambria Math" panose="02040503050406030204" pitchFamily="18" charset="0"/>
                          </a:rPr>
                          <m:t>(</m:t>
                        </m:r>
                        <m:r>
                          <a:rPr lang="en-US" altLang="zh-TW" sz="2800" b="0" i="1" smtClean="0">
                            <a:solidFill>
                              <a:schemeClr val="bg1"/>
                            </a:solidFill>
                            <a:latin typeface="Cambria Math" panose="02040503050406030204" pitchFamily="18" charset="0"/>
                          </a:rPr>
                          <m:t>𝑘</m:t>
                        </m:r>
                        <m:r>
                          <a:rPr lang="en-US" altLang="zh-TW" sz="2800" b="0" i="1" smtClean="0">
                            <a:solidFill>
                              <a:schemeClr val="bg1"/>
                            </a:solidFill>
                            <a:latin typeface="Cambria Math" panose="02040503050406030204" pitchFamily="18" charset="0"/>
                          </a:rPr>
                          <m:t>)</m:t>
                        </m:r>
                      </m:sup>
                    </m:sSup>
                  </m:oMath>
                </a14:m>
                <a:r>
                  <a:rPr lang="en-US" altLang="zh-TW" sz="2800" dirty="0">
                    <a:solidFill>
                      <a:schemeClr val="bg1"/>
                    </a:solidFill>
                  </a:rPr>
                  <a:t>: </a:t>
                </a:r>
                <a:r>
                  <a:rPr lang="en-US" altLang="zh-TW" sz="2800" dirty="0">
                    <a:solidFill>
                      <a:schemeClr val="bg1"/>
                    </a:solidFill>
                    <a:latin typeface="Malgun Gothic" panose="020B0503020000020004" pitchFamily="34" charset="-127"/>
                    <a:ea typeface="Malgun Gothic" panose="020B0503020000020004" pitchFamily="34" charset="-127"/>
                  </a:rPr>
                  <a:t>synergy matrix</a:t>
                </a:r>
                <a:endParaRPr lang="zh-TW" altLang="en-US" sz="2800" dirty="0">
                  <a:solidFill>
                    <a:schemeClr val="bg1"/>
                  </a:solidFill>
                  <a:latin typeface="Malgun Gothic" panose="020B0503020000020004" pitchFamily="34" charset="-127"/>
                  <a:ea typeface="Malgun Gothic" panose="020B0503020000020004" pitchFamily="34" charset="-127"/>
                </a:endParaRPr>
              </a:p>
            </p:txBody>
          </p:sp>
        </mc:Choice>
        <mc:Fallback>
          <p:sp>
            <p:nvSpPr>
              <p:cNvPr id="55" name="文本框 54">
                <a:extLst>
                  <a:ext uri="{FF2B5EF4-FFF2-40B4-BE49-F238E27FC236}">
                    <a16:creationId xmlns:a16="http://schemas.microsoft.com/office/drawing/2014/main" id="{87E5F3DB-B1CC-ABCC-1BBD-D11525141CD6}"/>
                  </a:ext>
                </a:extLst>
              </p:cNvPr>
              <p:cNvSpPr txBox="1">
                <a:spLocks noRot="1" noChangeAspect="1" noMove="1" noResize="1" noEditPoints="1" noAdjustHandles="1" noChangeArrowheads="1" noChangeShapeType="1" noTextEdit="1"/>
              </p:cNvSpPr>
              <p:nvPr/>
            </p:nvSpPr>
            <p:spPr>
              <a:xfrm>
                <a:off x="939156" y="38210145"/>
                <a:ext cx="3909058" cy="971997"/>
              </a:xfrm>
              <a:prstGeom prst="rect">
                <a:avLst/>
              </a:prstGeom>
              <a:blipFill>
                <a:blip r:embed="rId7"/>
                <a:stretch>
                  <a:fillRect t="-7500" b="-16875"/>
                </a:stretch>
              </a:blipFill>
              <a:ln w="28575">
                <a:noFill/>
              </a:ln>
            </p:spPr>
            <p:txBody>
              <a:bodyPr/>
              <a:lstStyle/>
              <a:p>
                <a:r>
                  <a:rPr lang="zh-TW" altLang="en-US">
                    <a:noFill/>
                  </a:rPr>
                  <a:t> </a:t>
                </a:r>
              </a:p>
            </p:txBody>
          </p:sp>
        </mc:Fallback>
      </mc:AlternateContent>
      <p:sp>
        <p:nvSpPr>
          <p:cNvPr id="56" name="文本框 55">
            <a:extLst>
              <a:ext uri="{FF2B5EF4-FFF2-40B4-BE49-F238E27FC236}">
                <a16:creationId xmlns:a16="http://schemas.microsoft.com/office/drawing/2014/main" id="{73B517E8-B4DB-D855-2ADE-040BE883DA4F}"/>
              </a:ext>
            </a:extLst>
          </p:cNvPr>
          <p:cNvSpPr txBox="1"/>
          <p:nvPr/>
        </p:nvSpPr>
        <p:spPr>
          <a:xfrm>
            <a:off x="5056188" y="37438093"/>
            <a:ext cx="6995158" cy="1815882"/>
          </a:xfrm>
          <a:prstGeom prst="rect">
            <a:avLst/>
          </a:prstGeom>
          <a:noFill/>
        </p:spPr>
        <p:txBody>
          <a:bodyPr wrap="square" rtlCol="0">
            <a:spAutoFit/>
          </a:bodyPr>
          <a:lstStyle/>
          <a:p>
            <a:r>
              <a:rPr lang="en-US" altLang="zh-CN" sz="2800" b="1" dirty="0">
                <a:solidFill>
                  <a:schemeClr val="bg1"/>
                </a:solidFill>
                <a:latin typeface="Malgun Gothic" panose="020B0503020000020004" pitchFamily="34" charset="-127"/>
                <a:ea typeface="Malgun Gothic" panose="020B0503020000020004" pitchFamily="34" charset="-127"/>
              </a:rPr>
              <a:t>Core idea: </a:t>
            </a:r>
            <a:br>
              <a:rPr lang="en-US" altLang="zh-CN" sz="2800" b="1" dirty="0">
                <a:solidFill>
                  <a:schemeClr val="bg1"/>
                </a:solidFill>
                <a:latin typeface="Malgun Gothic" panose="020B0503020000020004" pitchFamily="34" charset="-127"/>
                <a:ea typeface="Malgun Gothic" panose="020B0503020000020004" pitchFamily="34" charset="-127"/>
              </a:rPr>
            </a:br>
            <a:r>
              <a:rPr lang="en-US" altLang="zh-CN" sz="2800" dirty="0">
                <a:solidFill>
                  <a:schemeClr val="bg1"/>
                </a:solidFill>
                <a:latin typeface="Malgun Gothic" panose="020B0503020000020004" pitchFamily="34" charset="-127"/>
                <a:ea typeface="Malgun Gothic" panose="020B0503020000020004" pitchFamily="34" charset="-127"/>
              </a:rPr>
              <a:t>A high-dimensional hand posture can be approximated by a low-dimensional set of fixed synergy coordinates.</a:t>
            </a:r>
            <a:endParaRPr lang="zh-CN" altLang="en-US" sz="2800" dirty="0">
              <a:solidFill>
                <a:schemeClr val="bg1"/>
              </a:solidFill>
              <a:latin typeface="Malgun Gothic" panose="020B0503020000020004" pitchFamily="34" charset="-127"/>
              <a:ea typeface="Malgun Gothic" panose="020B0503020000020004" pitchFamily="34" charset="-127"/>
            </a:endParaRPr>
          </a:p>
        </p:txBody>
      </p:sp>
      <p:cxnSp>
        <p:nvCxnSpPr>
          <p:cNvPr id="58" name="直接连接符 57">
            <a:extLst>
              <a:ext uri="{FF2B5EF4-FFF2-40B4-BE49-F238E27FC236}">
                <a16:creationId xmlns:a16="http://schemas.microsoft.com/office/drawing/2014/main" id="{8BB11D39-FF64-DEEC-1941-031CCAD409E1}"/>
              </a:ext>
            </a:extLst>
          </p:cNvPr>
          <p:cNvCxnSpPr>
            <a:cxnSpLocks/>
          </p:cNvCxnSpPr>
          <p:nvPr/>
        </p:nvCxnSpPr>
        <p:spPr>
          <a:xfrm>
            <a:off x="712789" y="39258954"/>
            <a:ext cx="11201398" cy="0"/>
          </a:xfrm>
          <a:prstGeom prst="line">
            <a:avLst/>
          </a:prstGeom>
          <a:ln>
            <a:solidFill>
              <a:schemeClr val="bg1">
                <a:lumMod val="50000"/>
                <a:lumOff val="50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60" name="文本框 59">
                <a:extLst>
                  <a:ext uri="{FF2B5EF4-FFF2-40B4-BE49-F238E27FC236}">
                    <a16:creationId xmlns:a16="http://schemas.microsoft.com/office/drawing/2014/main" id="{1826FE23-1D78-304B-BA86-60D64F7414B9}"/>
                  </a:ext>
                </a:extLst>
              </p:cNvPr>
              <p:cNvSpPr txBox="1"/>
              <p:nvPr/>
            </p:nvSpPr>
            <p:spPr>
              <a:xfrm>
                <a:off x="1031240" y="39857001"/>
                <a:ext cx="3149600" cy="983154"/>
              </a:xfrm>
              <a:prstGeom prst="rect">
                <a:avLst/>
              </a:prstGeom>
              <a:noFill/>
              <a:ln w="28575">
                <a:solidFill>
                  <a:srgbClr val="000099"/>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altLang="zh-TW" sz="2800" b="0" i="1" smtClean="0">
                              <a:solidFill>
                                <a:schemeClr val="bg1"/>
                              </a:solidFill>
                              <a:latin typeface="Cambria Math" panose="02040503050406030204" pitchFamily="18" charset="0"/>
                            </a:rPr>
                          </m:ctrlPr>
                        </m:sSubPr>
                        <m:e>
                          <m:r>
                            <a:rPr lang="zh-TW" altLang="en-US" sz="2800" i="1" smtClean="0">
                              <a:solidFill>
                                <a:schemeClr val="bg1"/>
                              </a:solidFill>
                              <a:latin typeface="Cambria Math" panose="02040503050406030204" pitchFamily="18" charset="0"/>
                            </a:rPr>
                            <m:t>𝑞</m:t>
                          </m:r>
                        </m:e>
                        <m:sub>
                          <m:r>
                            <a:rPr lang="en-US" altLang="zh-TW" sz="2800" b="0" i="1" smtClean="0">
                              <a:solidFill>
                                <a:schemeClr val="bg1"/>
                              </a:solidFill>
                              <a:latin typeface="Cambria Math" panose="02040503050406030204" pitchFamily="18" charset="0"/>
                            </a:rPr>
                            <m:t>𝑟</m:t>
                          </m:r>
                        </m:sub>
                      </m:sSub>
                      <m:r>
                        <a:rPr lang="en-US" altLang="zh-TW" sz="2800" b="0" i="0" smtClean="0">
                          <a:solidFill>
                            <a:schemeClr val="bg1"/>
                          </a:solidFill>
                          <a:latin typeface="Cambria Math" panose="02040503050406030204" pitchFamily="18" charset="0"/>
                        </a:rPr>
                        <m:t>=</m:t>
                      </m:r>
                      <m:sSup>
                        <m:sSupPr>
                          <m:ctrlPr>
                            <a:rPr lang="zh-TW" altLang="en-US" sz="2800" i="1">
                              <a:solidFill>
                                <a:schemeClr val="bg1"/>
                              </a:solidFill>
                              <a:latin typeface="Cambria Math" panose="02040503050406030204" pitchFamily="18" charset="0"/>
                            </a:rPr>
                          </m:ctrlPr>
                        </m:sSupPr>
                        <m:e>
                          <m:r>
                            <a:rPr lang="zh-TW" altLang="en-US" sz="2800" i="1">
                              <a:solidFill>
                                <a:schemeClr val="bg1"/>
                              </a:solidFill>
                              <a:latin typeface="Cambria Math" panose="02040503050406030204" pitchFamily="18" charset="0"/>
                            </a:rPr>
                            <m:t>𝑆</m:t>
                          </m:r>
                        </m:e>
                        <m:sup>
                          <m:d>
                            <m:dPr>
                              <m:ctrlPr>
                                <a:rPr lang="zh-TW" altLang="en-US" sz="2800" i="1">
                                  <a:solidFill>
                                    <a:schemeClr val="bg1"/>
                                  </a:solidFill>
                                  <a:latin typeface="Cambria Math" panose="02040503050406030204" pitchFamily="18" charset="0"/>
                                </a:rPr>
                              </m:ctrlPr>
                            </m:dPr>
                            <m:e>
                              <m:r>
                                <a:rPr lang="zh-TW" altLang="en-US" sz="2800" i="1">
                                  <a:solidFill>
                                    <a:schemeClr val="bg1"/>
                                  </a:solidFill>
                                  <a:latin typeface="Cambria Math" panose="02040503050406030204" pitchFamily="18" charset="0"/>
                                </a:rPr>
                                <m:t>𝑘</m:t>
                              </m:r>
                            </m:e>
                          </m:d>
                        </m:sup>
                      </m:sSup>
                      <m:sSup>
                        <m:sSupPr>
                          <m:ctrlPr>
                            <a:rPr lang="zh-TW" altLang="en-US" sz="2800" i="1">
                              <a:solidFill>
                                <a:schemeClr val="bg1"/>
                              </a:solidFill>
                              <a:latin typeface="Cambria Math" panose="02040503050406030204" pitchFamily="18" charset="0"/>
                            </a:rPr>
                          </m:ctrlPr>
                        </m:sSupPr>
                        <m:e>
                          <m:r>
                            <a:rPr lang="zh-TW" altLang="en-US" sz="2800" i="1">
                              <a:solidFill>
                                <a:schemeClr val="bg1"/>
                              </a:solidFill>
                              <a:latin typeface="Cambria Math" panose="02040503050406030204" pitchFamily="18" charset="0"/>
                            </a:rPr>
                            <m:t>𝜎</m:t>
                          </m:r>
                        </m:e>
                        <m:sup>
                          <m:d>
                            <m:dPr>
                              <m:ctrlPr>
                                <a:rPr lang="zh-TW" altLang="en-US" sz="2800" i="1">
                                  <a:solidFill>
                                    <a:schemeClr val="bg1"/>
                                  </a:solidFill>
                                  <a:latin typeface="Cambria Math" panose="02040503050406030204" pitchFamily="18" charset="0"/>
                                </a:rPr>
                              </m:ctrlPr>
                            </m:dPr>
                            <m:e>
                              <m:r>
                                <a:rPr lang="zh-TW" altLang="en-US" sz="2800" i="1">
                                  <a:solidFill>
                                    <a:schemeClr val="bg1"/>
                                  </a:solidFill>
                                  <a:latin typeface="Cambria Math" panose="02040503050406030204" pitchFamily="18" charset="0"/>
                                </a:rPr>
                                <m:t>𝑘</m:t>
                              </m:r>
                            </m:e>
                          </m:d>
                        </m:sup>
                      </m:sSup>
                    </m:oMath>
                  </m:oMathPara>
                </a14:m>
                <a:endParaRPr lang="en-US" altLang="zh-TW" sz="2800" dirty="0">
                  <a:solidFill>
                    <a:schemeClr val="bg1"/>
                  </a:solidFill>
                </a:endParaRPr>
              </a:p>
              <a:p>
                <a:pPr/>
                <a14:m>
                  <m:oMathPara xmlns:m="http://schemas.openxmlformats.org/officeDocument/2006/math">
                    <m:oMathParaPr>
                      <m:jc m:val="centerGroup"/>
                    </m:oMathParaPr>
                    <m:oMath xmlns:m="http://schemas.openxmlformats.org/officeDocument/2006/math">
                      <m:sSup>
                        <m:sSupPr>
                          <m:ctrlPr>
                            <a:rPr lang="en-US" altLang="zh-TW" sz="2800" b="0" i="1" smtClean="0">
                              <a:solidFill>
                                <a:schemeClr val="bg1"/>
                              </a:solidFill>
                              <a:latin typeface="Cambria Math" panose="02040503050406030204" pitchFamily="18" charset="0"/>
                            </a:rPr>
                          </m:ctrlPr>
                        </m:sSupPr>
                        <m:e>
                          <m:r>
                            <a:rPr lang="en-US" altLang="zh-TW" sz="2800" b="0" i="1" smtClean="0">
                              <a:solidFill>
                                <a:schemeClr val="bg1"/>
                              </a:solidFill>
                              <a:latin typeface="Cambria Math" panose="02040503050406030204" pitchFamily="18" charset="0"/>
                            </a:rPr>
                            <m:t>𝐽</m:t>
                          </m:r>
                        </m:e>
                        <m:sup>
                          <m:r>
                            <a:rPr lang="en-US" altLang="zh-TW" sz="2800" b="0" i="1" smtClean="0">
                              <a:solidFill>
                                <a:schemeClr val="bg1"/>
                              </a:solidFill>
                              <a:latin typeface="Cambria Math" panose="02040503050406030204" pitchFamily="18" charset="0"/>
                            </a:rPr>
                            <m:t>𝑇</m:t>
                          </m:r>
                        </m:sup>
                      </m:sSup>
                      <m:sSub>
                        <m:sSubPr>
                          <m:ctrlPr>
                            <a:rPr lang="en-US" altLang="zh-TW" sz="2800" b="0" i="1" smtClean="0">
                              <a:solidFill>
                                <a:schemeClr val="bg1"/>
                              </a:solidFill>
                              <a:latin typeface="Cambria Math" panose="02040503050406030204" pitchFamily="18" charset="0"/>
                            </a:rPr>
                          </m:ctrlPr>
                        </m:sSubPr>
                        <m:e>
                          <m:r>
                            <a:rPr lang="en-US" altLang="zh-TW" sz="2800" b="0" i="1" smtClean="0">
                              <a:solidFill>
                                <a:schemeClr val="bg1"/>
                              </a:solidFill>
                              <a:latin typeface="Cambria Math" panose="02040503050406030204" pitchFamily="18" charset="0"/>
                            </a:rPr>
                            <m:t>𝑓</m:t>
                          </m:r>
                        </m:e>
                        <m:sub>
                          <m:r>
                            <a:rPr lang="en-US" altLang="zh-TW" sz="2800" b="0" i="1" smtClean="0">
                              <a:solidFill>
                                <a:schemeClr val="bg1"/>
                              </a:solidFill>
                              <a:latin typeface="Cambria Math" panose="02040503050406030204" pitchFamily="18" charset="0"/>
                            </a:rPr>
                            <m:t>𝑐</m:t>
                          </m:r>
                        </m:sub>
                      </m:sSub>
                      <m:r>
                        <a:rPr lang="en-US" altLang="zh-TW" sz="2800" b="0" i="1" smtClean="0">
                          <a:solidFill>
                            <a:schemeClr val="bg1"/>
                          </a:solidFill>
                          <a:latin typeface="Cambria Math" panose="02040503050406030204" pitchFamily="18" charset="0"/>
                        </a:rPr>
                        <m:t>=</m:t>
                      </m:r>
                      <m:r>
                        <a:rPr lang="en-US" altLang="zh-TW" sz="2800" b="0" i="1" smtClean="0">
                          <a:solidFill>
                            <a:schemeClr val="bg1"/>
                          </a:solidFill>
                          <a:latin typeface="Cambria Math" panose="02040503050406030204" pitchFamily="18" charset="0"/>
                        </a:rPr>
                        <m:t>𝐾</m:t>
                      </m:r>
                      <m:r>
                        <a:rPr lang="en-US" altLang="zh-TW" sz="2800" b="0" i="1" smtClean="0">
                          <a:solidFill>
                            <a:schemeClr val="bg1"/>
                          </a:solidFill>
                          <a:latin typeface="Cambria Math" panose="02040503050406030204" pitchFamily="18" charset="0"/>
                        </a:rPr>
                        <m:t>(</m:t>
                      </m:r>
                      <m:sSub>
                        <m:sSubPr>
                          <m:ctrlPr>
                            <a:rPr lang="en-US" altLang="zh-TW" sz="2800" b="0" i="1" smtClean="0">
                              <a:solidFill>
                                <a:schemeClr val="bg1"/>
                              </a:solidFill>
                              <a:latin typeface="Cambria Math" panose="02040503050406030204" pitchFamily="18" charset="0"/>
                            </a:rPr>
                          </m:ctrlPr>
                        </m:sSubPr>
                        <m:e>
                          <m:r>
                            <a:rPr lang="en-US" altLang="zh-TW" sz="2800" b="0" i="1" smtClean="0">
                              <a:solidFill>
                                <a:schemeClr val="bg1"/>
                              </a:solidFill>
                              <a:latin typeface="Cambria Math" panose="02040503050406030204" pitchFamily="18" charset="0"/>
                            </a:rPr>
                            <m:t>𝑞</m:t>
                          </m:r>
                        </m:e>
                        <m:sub>
                          <m:r>
                            <a:rPr lang="en-US" altLang="zh-TW" sz="2800" b="0" i="1" smtClean="0">
                              <a:solidFill>
                                <a:schemeClr val="bg1"/>
                              </a:solidFill>
                              <a:latin typeface="Cambria Math" panose="02040503050406030204" pitchFamily="18" charset="0"/>
                            </a:rPr>
                            <m:t>𝑟</m:t>
                          </m:r>
                        </m:sub>
                      </m:sSub>
                      <m:r>
                        <a:rPr lang="en-US" altLang="zh-TW" sz="2800" b="0" i="1" smtClean="0">
                          <a:solidFill>
                            <a:schemeClr val="bg1"/>
                          </a:solidFill>
                          <a:latin typeface="Cambria Math" panose="02040503050406030204" pitchFamily="18" charset="0"/>
                        </a:rPr>
                        <m:t>−</m:t>
                      </m:r>
                      <m:r>
                        <a:rPr lang="en-US" altLang="zh-TW" sz="2800" b="0" i="1" smtClean="0">
                          <a:solidFill>
                            <a:schemeClr val="bg1"/>
                          </a:solidFill>
                          <a:latin typeface="Cambria Math" panose="02040503050406030204" pitchFamily="18" charset="0"/>
                        </a:rPr>
                        <m:t>𝑞</m:t>
                      </m:r>
                      <m:r>
                        <a:rPr lang="en-US" altLang="zh-TW" sz="2800" b="0" i="1" smtClean="0">
                          <a:solidFill>
                            <a:schemeClr val="bg1"/>
                          </a:solidFill>
                          <a:latin typeface="Cambria Math" panose="02040503050406030204" pitchFamily="18" charset="0"/>
                        </a:rPr>
                        <m:t>)</m:t>
                      </m:r>
                    </m:oMath>
                  </m:oMathPara>
                </a14:m>
                <a:endParaRPr lang="zh-TW" altLang="en-US" sz="2800" dirty="0">
                  <a:solidFill>
                    <a:schemeClr val="bg1"/>
                  </a:solidFill>
                </a:endParaRPr>
              </a:p>
            </p:txBody>
          </p:sp>
        </mc:Choice>
        <mc:Fallback>
          <p:sp>
            <p:nvSpPr>
              <p:cNvPr id="60" name="文本框 59">
                <a:extLst>
                  <a:ext uri="{FF2B5EF4-FFF2-40B4-BE49-F238E27FC236}">
                    <a16:creationId xmlns:a16="http://schemas.microsoft.com/office/drawing/2014/main" id="{1826FE23-1D78-304B-BA86-60D64F7414B9}"/>
                  </a:ext>
                </a:extLst>
              </p:cNvPr>
              <p:cNvSpPr txBox="1">
                <a:spLocks noRot="1" noChangeAspect="1" noMove="1" noResize="1" noEditPoints="1" noAdjustHandles="1" noChangeArrowheads="1" noChangeShapeType="1" noTextEdit="1"/>
              </p:cNvSpPr>
              <p:nvPr/>
            </p:nvSpPr>
            <p:spPr>
              <a:xfrm>
                <a:off x="1031240" y="39857001"/>
                <a:ext cx="3149600" cy="983154"/>
              </a:xfrm>
              <a:prstGeom prst="rect">
                <a:avLst/>
              </a:prstGeom>
              <a:blipFill>
                <a:blip r:embed="rId8"/>
                <a:stretch>
                  <a:fillRect/>
                </a:stretch>
              </a:blipFill>
              <a:ln w="28575">
                <a:solidFill>
                  <a:srgbClr val="000099"/>
                </a:solidFill>
              </a:ln>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61" name="文本框 60">
                <a:extLst>
                  <a:ext uri="{FF2B5EF4-FFF2-40B4-BE49-F238E27FC236}">
                    <a16:creationId xmlns:a16="http://schemas.microsoft.com/office/drawing/2014/main" id="{822AC9AB-B02D-2B63-93A4-B94F402A6445}"/>
                  </a:ext>
                </a:extLst>
              </p:cNvPr>
              <p:cNvSpPr txBox="1"/>
              <p:nvPr/>
            </p:nvSpPr>
            <p:spPr>
              <a:xfrm>
                <a:off x="817236" y="40805162"/>
                <a:ext cx="4152898" cy="1815882"/>
              </a:xfrm>
              <a:prstGeom prst="rect">
                <a:avLst/>
              </a:prstGeom>
              <a:noFill/>
              <a:ln w="28575">
                <a:noFill/>
              </a:ln>
            </p:spPr>
            <p:txBody>
              <a:bodyPr wrap="square">
                <a:spAutoFit/>
              </a:bodyPr>
              <a:lstStyle/>
              <a:p>
                <a14:m>
                  <m:oMath xmlns:m="http://schemas.openxmlformats.org/officeDocument/2006/math">
                    <m:sSub>
                      <m:sSubPr>
                        <m:ctrlPr>
                          <a:rPr lang="en-US" altLang="zh-TW" sz="2800" b="0" i="1" smtClean="0">
                            <a:solidFill>
                              <a:schemeClr val="bg1"/>
                            </a:solidFill>
                            <a:latin typeface="Cambria Math" panose="02040503050406030204" pitchFamily="18" charset="0"/>
                          </a:rPr>
                        </m:ctrlPr>
                      </m:sSubPr>
                      <m:e>
                        <m:r>
                          <a:rPr lang="zh-TW" altLang="en-US" sz="2800" i="1" smtClean="0">
                            <a:solidFill>
                              <a:schemeClr val="bg1"/>
                            </a:solidFill>
                            <a:latin typeface="Cambria Math" panose="02040503050406030204" pitchFamily="18" charset="0"/>
                          </a:rPr>
                          <m:t>𝑞</m:t>
                        </m:r>
                      </m:e>
                      <m:sub>
                        <m:r>
                          <a:rPr lang="en-US" altLang="zh-TW" sz="2800" b="0" i="1" smtClean="0">
                            <a:solidFill>
                              <a:schemeClr val="bg1"/>
                            </a:solidFill>
                            <a:latin typeface="Cambria Math" panose="02040503050406030204" pitchFamily="18" charset="0"/>
                          </a:rPr>
                          <m:t>𝑟</m:t>
                        </m:r>
                      </m:sub>
                    </m:sSub>
                  </m:oMath>
                </a14:m>
                <a:r>
                  <a:rPr lang="en-US" altLang="zh-TW" sz="2800" b="0" dirty="0">
                    <a:solidFill>
                      <a:schemeClr val="bg1"/>
                    </a:solidFill>
                  </a:rPr>
                  <a:t>: </a:t>
                </a:r>
                <a:r>
                  <a:rPr lang="en-US" altLang="zh-TW" sz="2800" b="0" dirty="0">
                    <a:solidFill>
                      <a:schemeClr val="bg1"/>
                    </a:solidFill>
                    <a:latin typeface="Malgun Gothic" panose="020B0503020000020004" pitchFamily="34" charset="-127"/>
                    <a:ea typeface="Malgun Gothic" panose="020B0503020000020004" pitchFamily="34" charset="-127"/>
                  </a:rPr>
                  <a:t>joint configuration of the reference posture</a:t>
                </a:r>
              </a:p>
              <a:p>
                <a14:m>
                  <m:oMath xmlns:m="http://schemas.openxmlformats.org/officeDocument/2006/math">
                    <m:r>
                      <a:rPr lang="en-US" altLang="zh-TW" sz="2800" b="0" i="1" smtClean="0">
                        <a:solidFill>
                          <a:schemeClr val="bg1"/>
                        </a:solidFill>
                        <a:latin typeface="Cambria Math" panose="02040503050406030204" pitchFamily="18" charset="0"/>
                        <a:ea typeface="Malgun Gothic" panose="020B0503020000020004" pitchFamily="34" charset="-127"/>
                      </a:rPr>
                      <m:t>𝐽</m:t>
                    </m:r>
                  </m:oMath>
                </a14:m>
                <a:r>
                  <a:rPr lang="en-US" altLang="zh-TW" sz="2800" dirty="0">
                    <a:solidFill>
                      <a:schemeClr val="bg1"/>
                    </a:solidFill>
                    <a:latin typeface="Malgun Gothic" panose="020B0503020000020004" pitchFamily="34" charset="-127"/>
                    <a:ea typeface="Malgun Gothic" panose="020B0503020000020004" pitchFamily="34" charset="-127"/>
                  </a:rPr>
                  <a:t>: Jacobian of the hand</a:t>
                </a:r>
              </a:p>
              <a:p>
                <a14:m>
                  <m:oMath xmlns:m="http://schemas.openxmlformats.org/officeDocument/2006/math">
                    <m:sSub>
                      <m:sSubPr>
                        <m:ctrlPr>
                          <a:rPr lang="en-US" altLang="zh-TW" sz="2800" b="0" i="1" smtClean="0">
                            <a:solidFill>
                              <a:schemeClr val="bg1"/>
                            </a:solidFill>
                            <a:latin typeface="Cambria Math" panose="02040503050406030204" pitchFamily="18" charset="0"/>
                            <a:ea typeface="Malgun Gothic" panose="020B0503020000020004" pitchFamily="34" charset="-127"/>
                          </a:rPr>
                        </m:ctrlPr>
                      </m:sSubPr>
                      <m:e>
                        <m:r>
                          <a:rPr lang="en-US" altLang="zh-TW" sz="2800" b="0" i="1" smtClean="0">
                            <a:solidFill>
                              <a:schemeClr val="bg1"/>
                            </a:solidFill>
                            <a:latin typeface="Cambria Math" panose="02040503050406030204" pitchFamily="18" charset="0"/>
                            <a:ea typeface="Malgun Gothic" panose="020B0503020000020004" pitchFamily="34" charset="-127"/>
                          </a:rPr>
                          <m:t>𝑓</m:t>
                        </m:r>
                      </m:e>
                      <m:sub>
                        <m:r>
                          <a:rPr lang="en-US" altLang="zh-TW" sz="2800" b="0" i="1" smtClean="0">
                            <a:solidFill>
                              <a:schemeClr val="bg1"/>
                            </a:solidFill>
                            <a:latin typeface="Cambria Math" panose="02040503050406030204" pitchFamily="18" charset="0"/>
                            <a:ea typeface="Malgun Gothic" panose="020B0503020000020004" pitchFamily="34" charset="-127"/>
                          </a:rPr>
                          <m:t>𝑐</m:t>
                        </m:r>
                      </m:sub>
                    </m:sSub>
                  </m:oMath>
                </a14:m>
                <a:r>
                  <a:rPr lang="en-US" altLang="zh-TW" sz="2800" dirty="0">
                    <a:solidFill>
                      <a:schemeClr val="bg1"/>
                    </a:solidFill>
                    <a:latin typeface="Malgun Gothic" panose="020B0503020000020004" pitchFamily="34" charset="-127"/>
                    <a:ea typeface="Malgun Gothic" panose="020B0503020000020004" pitchFamily="34" charset="-127"/>
                  </a:rPr>
                  <a:t>: contact force</a:t>
                </a:r>
                <a:endParaRPr lang="zh-TW" altLang="en-US" sz="2800" dirty="0">
                  <a:solidFill>
                    <a:schemeClr val="bg1"/>
                  </a:solidFill>
                  <a:latin typeface="Malgun Gothic" panose="020B0503020000020004" pitchFamily="34" charset="-127"/>
                  <a:ea typeface="Malgun Gothic" panose="020B0503020000020004" pitchFamily="34" charset="-127"/>
                </a:endParaRPr>
              </a:p>
            </p:txBody>
          </p:sp>
        </mc:Choice>
        <mc:Fallback>
          <p:sp>
            <p:nvSpPr>
              <p:cNvPr id="61" name="文本框 60">
                <a:extLst>
                  <a:ext uri="{FF2B5EF4-FFF2-40B4-BE49-F238E27FC236}">
                    <a16:creationId xmlns:a16="http://schemas.microsoft.com/office/drawing/2014/main" id="{822AC9AB-B02D-2B63-93A4-B94F402A6445}"/>
                  </a:ext>
                </a:extLst>
              </p:cNvPr>
              <p:cNvSpPr txBox="1">
                <a:spLocks noRot="1" noChangeAspect="1" noMove="1" noResize="1" noEditPoints="1" noAdjustHandles="1" noChangeArrowheads="1" noChangeShapeType="1" noTextEdit="1"/>
              </p:cNvSpPr>
              <p:nvPr/>
            </p:nvSpPr>
            <p:spPr>
              <a:xfrm>
                <a:off x="817236" y="40805162"/>
                <a:ext cx="4152898" cy="1815882"/>
              </a:xfrm>
              <a:prstGeom prst="rect">
                <a:avLst/>
              </a:prstGeom>
              <a:blipFill>
                <a:blip r:embed="rId9"/>
                <a:stretch>
                  <a:fillRect l="-2937" t="-4362" r="-5727" b="-8389"/>
                </a:stretch>
              </a:blipFill>
              <a:ln w="28575">
                <a:noFill/>
              </a:ln>
            </p:spPr>
            <p:txBody>
              <a:bodyPr/>
              <a:lstStyle/>
              <a:p>
                <a:r>
                  <a:rPr lang="zh-TW" altLang="en-US">
                    <a:noFill/>
                  </a:rPr>
                  <a:t> </a:t>
                </a:r>
              </a:p>
            </p:txBody>
          </p:sp>
        </mc:Fallback>
      </mc:AlternateContent>
      <p:sp>
        <p:nvSpPr>
          <p:cNvPr id="62" name="文本框 61">
            <a:extLst>
              <a:ext uri="{FF2B5EF4-FFF2-40B4-BE49-F238E27FC236}">
                <a16:creationId xmlns:a16="http://schemas.microsoft.com/office/drawing/2014/main" id="{8ED734A8-08DD-F09E-722F-F8A8D38E4FD7}"/>
              </a:ext>
            </a:extLst>
          </p:cNvPr>
          <p:cNvSpPr txBox="1"/>
          <p:nvPr/>
        </p:nvSpPr>
        <p:spPr>
          <a:xfrm>
            <a:off x="5056187" y="40238684"/>
            <a:ext cx="7211853" cy="2246769"/>
          </a:xfrm>
          <a:prstGeom prst="rect">
            <a:avLst/>
          </a:prstGeom>
          <a:noFill/>
        </p:spPr>
        <p:txBody>
          <a:bodyPr wrap="square" rtlCol="0">
            <a:spAutoFit/>
          </a:bodyPr>
          <a:lstStyle/>
          <a:p>
            <a:r>
              <a:rPr lang="en-US" altLang="zh-CN" sz="2800" b="1" dirty="0">
                <a:solidFill>
                  <a:schemeClr val="bg1"/>
                </a:solidFill>
                <a:latin typeface="Malgun Gothic" panose="020B0503020000020004" pitchFamily="34" charset="-127"/>
                <a:ea typeface="Malgun Gothic" panose="020B0503020000020004" pitchFamily="34" charset="-127"/>
              </a:rPr>
              <a:t>Core idea: </a:t>
            </a:r>
            <a:br>
              <a:rPr lang="en-US" altLang="zh-CN" sz="2800" b="1" dirty="0">
                <a:solidFill>
                  <a:schemeClr val="bg1"/>
                </a:solidFill>
                <a:latin typeface="Malgun Gothic" panose="020B0503020000020004" pitchFamily="34" charset="-127"/>
                <a:ea typeface="Malgun Gothic" panose="020B0503020000020004" pitchFamily="34" charset="-127"/>
              </a:rPr>
            </a:br>
            <a:r>
              <a:rPr lang="en-US" altLang="zh-CN" sz="2800" dirty="0">
                <a:solidFill>
                  <a:schemeClr val="bg1"/>
                </a:solidFill>
                <a:latin typeface="Malgun Gothic" panose="020B0503020000020004" pitchFamily="34" charset="-127"/>
                <a:ea typeface="Malgun Gothic" panose="020B0503020000020004" pitchFamily="34" charset="-127"/>
              </a:rPr>
              <a:t>The synergy command defines a reference posture, while compliance and contact forces allow the actual hand shape to deviate from it.</a:t>
            </a:r>
            <a:endParaRPr lang="zh-CN" altLang="en-US" sz="2800" dirty="0">
              <a:solidFill>
                <a:schemeClr val="bg1"/>
              </a:solidFill>
              <a:latin typeface="Malgun Gothic" panose="020B0503020000020004" pitchFamily="34" charset="-127"/>
              <a:ea typeface="Malgun Gothic" panose="020B0503020000020004" pitchFamily="34" charset="-127"/>
            </a:endParaRPr>
          </a:p>
        </p:txBody>
      </p:sp>
      <p:cxnSp>
        <p:nvCxnSpPr>
          <p:cNvPr id="63" name="直接连接符 62">
            <a:extLst>
              <a:ext uri="{FF2B5EF4-FFF2-40B4-BE49-F238E27FC236}">
                <a16:creationId xmlns:a16="http://schemas.microsoft.com/office/drawing/2014/main" id="{62B254E7-7460-14E1-F8C8-32C8BC835396}"/>
              </a:ext>
            </a:extLst>
          </p:cNvPr>
          <p:cNvCxnSpPr>
            <a:cxnSpLocks/>
          </p:cNvCxnSpPr>
          <p:nvPr/>
        </p:nvCxnSpPr>
        <p:spPr>
          <a:xfrm>
            <a:off x="696088" y="42621044"/>
            <a:ext cx="11201398" cy="0"/>
          </a:xfrm>
          <a:prstGeom prst="line">
            <a:avLst/>
          </a:prstGeom>
          <a:ln>
            <a:solidFill>
              <a:schemeClr val="bg1">
                <a:lumMod val="50000"/>
                <a:lumOff val="50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64" name="文本框 63">
                <a:extLst>
                  <a:ext uri="{FF2B5EF4-FFF2-40B4-BE49-F238E27FC236}">
                    <a16:creationId xmlns:a16="http://schemas.microsoft.com/office/drawing/2014/main" id="{A662CC31-5FAB-33A8-EE7F-47FAC9101510}"/>
                  </a:ext>
                </a:extLst>
              </p:cNvPr>
              <p:cNvSpPr txBox="1"/>
              <p:nvPr/>
            </p:nvSpPr>
            <p:spPr>
              <a:xfrm>
                <a:off x="788987" y="43389258"/>
                <a:ext cx="3634106" cy="983154"/>
              </a:xfrm>
              <a:prstGeom prst="rect">
                <a:avLst/>
              </a:prstGeom>
              <a:noFill/>
              <a:ln w="28575">
                <a:solidFill>
                  <a:srgbClr val="000099"/>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zh-TW" altLang="en-US" sz="2800" i="1">
                          <a:solidFill>
                            <a:srgbClr val="000000"/>
                          </a:solidFill>
                          <a:latin typeface="Cambria Math" panose="02040503050406030204" pitchFamily="18" charset="0"/>
                        </a:rPr>
                        <m:t>𝑅𝑞</m:t>
                      </m:r>
                      <m:r>
                        <a:rPr lang="zh-TW" altLang="en-US" sz="2800" i="1">
                          <a:solidFill>
                            <a:srgbClr val="000000"/>
                          </a:solidFill>
                          <a:latin typeface="Cambria Math" panose="02040503050406030204" pitchFamily="18" charset="0"/>
                        </a:rPr>
                        <m:t>=</m:t>
                      </m:r>
                      <m:r>
                        <a:rPr lang="zh-TW" altLang="en-US" sz="2800" i="1">
                          <a:solidFill>
                            <a:srgbClr val="000000"/>
                          </a:solidFill>
                          <a:latin typeface="Cambria Math" panose="02040503050406030204" pitchFamily="18" charset="0"/>
                        </a:rPr>
                        <m:t>𝑥</m:t>
                      </m:r>
                    </m:oMath>
                  </m:oMathPara>
                </a14:m>
                <a:endParaRPr lang="en-US" altLang="zh-TW" sz="2800" i="1" dirty="0">
                  <a:solidFill>
                    <a:srgbClr val="000000"/>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US" altLang="zh-TW" sz="2800" i="1">
                          <a:solidFill>
                            <a:srgbClr val="000000"/>
                          </a:solidFill>
                          <a:latin typeface="Cambria Math" panose="02040503050406030204" pitchFamily="18" charset="0"/>
                        </a:rPr>
                        <m:t>𝑞</m:t>
                      </m:r>
                      <m:r>
                        <a:rPr lang="en-US" altLang="zh-TW" sz="2800" i="1">
                          <a:solidFill>
                            <a:srgbClr val="000000"/>
                          </a:solidFill>
                          <a:latin typeface="Cambria Math" panose="02040503050406030204" pitchFamily="18" charset="0"/>
                        </a:rPr>
                        <m:t>=</m:t>
                      </m:r>
                      <m:r>
                        <a:rPr lang="en-US" altLang="zh-TW" sz="2800" i="1">
                          <a:solidFill>
                            <a:srgbClr val="000000"/>
                          </a:solidFill>
                          <a:latin typeface="Cambria Math" panose="02040503050406030204" pitchFamily="18" charset="0"/>
                        </a:rPr>
                        <m:t>𝐶</m:t>
                      </m:r>
                      <m:sSup>
                        <m:sSupPr>
                          <m:ctrlPr>
                            <a:rPr lang="en-US" altLang="zh-TW" sz="2800" i="1">
                              <a:solidFill>
                                <a:srgbClr val="000000"/>
                              </a:solidFill>
                              <a:latin typeface="Cambria Math" panose="02040503050406030204" pitchFamily="18" charset="0"/>
                            </a:rPr>
                          </m:ctrlPr>
                        </m:sSupPr>
                        <m:e>
                          <m:r>
                            <a:rPr lang="en-US" altLang="zh-TW" sz="2800" i="1">
                              <a:solidFill>
                                <a:srgbClr val="000000"/>
                              </a:solidFill>
                              <a:latin typeface="Cambria Math" panose="02040503050406030204" pitchFamily="18" charset="0"/>
                            </a:rPr>
                            <m:t>𝐽</m:t>
                          </m:r>
                        </m:e>
                        <m:sup>
                          <m:r>
                            <a:rPr lang="en-US" altLang="zh-TW" sz="2800" i="1">
                              <a:solidFill>
                                <a:srgbClr val="000000"/>
                              </a:solidFill>
                              <a:latin typeface="Cambria Math" panose="02040503050406030204" pitchFamily="18" charset="0"/>
                            </a:rPr>
                            <m:t>𝑇</m:t>
                          </m:r>
                        </m:sup>
                      </m:sSup>
                      <m:sSub>
                        <m:sSubPr>
                          <m:ctrlPr>
                            <a:rPr lang="en-US" altLang="zh-TW" sz="2800" i="1">
                              <a:solidFill>
                                <a:srgbClr val="000000"/>
                              </a:solidFill>
                              <a:latin typeface="Cambria Math" panose="02040503050406030204" pitchFamily="18" charset="0"/>
                            </a:rPr>
                          </m:ctrlPr>
                        </m:sSubPr>
                        <m:e>
                          <m:r>
                            <a:rPr lang="en-US" altLang="zh-TW" sz="2800" i="1">
                              <a:solidFill>
                                <a:srgbClr val="000000"/>
                              </a:solidFill>
                              <a:latin typeface="Cambria Math" panose="02040503050406030204" pitchFamily="18" charset="0"/>
                            </a:rPr>
                            <m:t>𝑓</m:t>
                          </m:r>
                        </m:e>
                        <m:sub>
                          <m:r>
                            <a:rPr lang="en-US" altLang="zh-TW" sz="2800" i="1">
                              <a:solidFill>
                                <a:srgbClr val="000000"/>
                              </a:solidFill>
                              <a:latin typeface="Cambria Math" panose="02040503050406030204" pitchFamily="18" charset="0"/>
                            </a:rPr>
                            <m:t>𝑐</m:t>
                          </m:r>
                        </m:sub>
                      </m:sSub>
                      <m:r>
                        <a:rPr lang="en-US" altLang="zh-TW" sz="2800" i="1">
                          <a:solidFill>
                            <a:srgbClr val="000000"/>
                          </a:solidFill>
                          <a:latin typeface="Cambria Math" panose="02040503050406030204" pitchFamily="18" charset="0"/>
                        </a:rPr>
                        <m:t>+</m:t>
                      </m:r>
                      <m:sSup>
                        <m:sSupPr>
                          <m:ctrlPr>
                            <a:rPr lang="en-US" altLang="zh-TW" sz="2800" i="1">
                              <a:solidFill>
                                <a:srgbClr val="000000"/>
                              </a:solidFill>
                              <a:latin typeface="Cambria Math" panose="02040503050406030204" pitchFamily="18" charset="0"/>
                            </a:rPr>
                          </m:ctrlPr>
                        </m:sSupPr>
                        <m:e>
                          <m:r>
                            <a:rPr lang="en-US" altLang="zh-TW" sz="2800" i="1">
                              <a:solidFill>
                                <a:srgbClr val="000000"/>
                              </a:solidFill>
                              <a:latin typeface="Cambria Math" panose="02040503050406030204" pitchFamily="18" charset="0"/>
                            </a:rPr>
                            <m:t>𝑆</m:t>
                          </m:r>
                        </m:e>
                        <m:sup>
                          <m:d>
                            <m:dPr>
                              <m:ctrlPr>
                                <a:rPr lang="en-US" altLang="zh-TW" sz="2800" i="1">
                                  <a:solidFill>
                                    <a:srgbClr val="000000"/>
                                  </a:solidFill>
                                  <a:latin typeface="Cambria Math" panose="02040503050406030204" pitchFamily="18" charset="0"/>
                                </a:rPr>
                              </m:ctrlPr>
                            </m:dPr>
                            <m:e>
                              <m:r>
                                <a:rPr lang="en-US" altLang="zh-TW" sz="2800" i="1">
                                  <a:solidFill>
                                    <a:srgbClr val="000000"/>
                                  </a:solidFill>
                                  <a:latin typeface="Cambria Math" panose="02040503050406030204" pitchFamily="18" charset="0"/>
                                </a:rPr>
                                <m:t>𝑘</m:t>
                              </m:r>
                            </m:e>
                          </m:d>
                        </m:sup>
                      </m:sSup>
                      <m:sSup>
                        <m:sSupPr>
                          <m:ctrlPr>
                            <a:rPr lang="en-US" altLang="zh-TW" sz="2800" i="1">
                              <a:solidFill>
                                <a:srgbClr val="000000"/>
                              </a:solidFill>
                              <a:latin typeface="Cambria Math" panose="02040503050406030204" pitchFamily="18" charset="0"/>
                            </a:rPr>
                          </m:ctrlPr>
                        </m:sSupPr>
                        <m:e>
                          <m:r>
                            <a:rPr lang="en-US" altLang="zh-TW" sz="2800" i="1">
                              <a:solidFill>
                                <a:srgbClr val="000000"/>
                              </a:solidFill>
                              <a:latin typeface="Cambria Math" panose="02040503050406030204" pitchFamily="18" charset="0"/>
                            </a:rPr>
                            <m:t>𝜎</m:t>
                          </m:r>
                        </m:e>
                        <m:sup>
                          <m:r>
                            <a:rPr lang="en-US" altLang="zh-TW" sz="2800" i="1">
                              <a:solidFill>
                                <a:srgbClr val="000000"/>
                              </a:solidFill>
                              <a:latin typeface="Cambria Math" panose="02040503050406030204" pitchFamily="18" charset="0"/>
                            </a:rPr>
                            <m:t>(</m:t>
                          </m:r>
                          <m:r>
                            <a:rPr lang="en-US" altLang="zh-TW" sz="2800" i="1">
                              <a:solidFill>
                                <a:srgbClr val="000000"/>
                              </a:solidFill>
                              <a:latin typeface="Cambria Math" panose="02040503050406030204" pitchFamily="18" charset="0"/>
                            </a:rPr>
                            <m:t>𝑘</m:t>
                          </m:r>
                          <m:r>
                            <a:rPr lang="en-US" altLang="zh-TW" sz="2800" i="1">
                              <a:solidFill>
                                <a:srgbClr val="000000"/>
                              </a:solidFill>
                              <a:latin typeface="Cambria Math" panose="02040503050406030204" pitchFamily="18" charset="0"/>
                            </a:rPr>
                            <m:t>)</m:t>
                          </m:r>
                        </m:sup>
                      </m:sSup>
                    </m:oMath>
                  </m:oMathPara>
                </a14:m>
                <a:endParaRPr lang="zh-TW" altLang="en-US" sz="2800" dirty="0">
                  <a:solidFill>
                    <a:schemeClr val="bg1"/>
                  </a:solidFill>
                </a:endParaRPr>
              </a:p>
            </p:txBody>
          </p:sp>
        </mc:Choice>
        <mc:Fallback>
          <p:sp>
            <p:nvSpPr>
              <p:cNvPr id="64" name="文本框 63">
                <a:extLst>
                  <a:ext uri="{FF2B5EF4-FFF2-40B4-BE49-F238E27FC236}">
                    <a16:creationId xmlns:a16="http://schemas.microsoft.com/office/drawing/2014/main" id="{A662CC31-5FAB-33A8-EE7F-47FAC9101510}"/>
                  </a:ext>
                </a:extLst>
              </p:cNvPr>
              <p:cNvSpPr txBox="1">
                <a:spLocks noRot="1" noChangeAspect="1" noMove="1" noResize="1" noEditPoints="1" noAdjustHandles="1" noChangeArrowheads="1" noChangeShapeType="1" noTextEdit="1"/>
              </p:cNvSpPr>
              <p:nvPr/>
            </p:nvSpPr>
            <p:spPr>
              <a:xfrm>
                <a:off x="788987" y="43389258"/>
                <a:ext cx="3634106" cy="983154"/>
              </a:xfrm>
              <a:prstGeom prst="rect">
                <a:avLst/>
              </a:prstGeom>
              <a:blipFill>
                <a:blip r:embed="rId10"/>
                <a:stretch>
                  <a:fillRect/>
                </a:stretch>
              </a:blipFill>
              <a:ln w="28575">
                <a:solidFill>
                  <a:srgbClr val="000099"/>
                </a:solidFill>
              </a:ln>
            </p:spPr>
            <p:txBody>
              <a:bodyPr/>
              <a:lstStyle/>
              <a:p>
                <a:r>
                  <a:rPr lang="zh-TW" altLang="en-US">
                    <a:noFill/>
                  </a:rPr>
                  <a:t> </a:t>
                </a:r>
              </a:p>
            </p:txBody>
          </p:sp>
        </mc:Fallback>
      </mc:AlternateContent>
      <p:sp>
        <p:nvSpPr>
          <p:cNvPr id="65" name="文本框 64">
            <a:extLst>
              <a:ext uri="{FF2B5EF4-FFF2-40B4-BE49-F238E27FC236}">
                <a16:creationId xmlns:a16="http://schemas.microsoft.com/office/drawing/2014/main" id="{92595D5A-872F-78D3-90FB-ED28AF8C95DD}"/>
              </a:ext>
            </a:extLst>
          </p:cNvPr>
          <p:cNvSpPr txBox="1"/>
          <p:nvPr/>
        </p:nvSpPr>
        <p:spPr>
          <a:xfrm>
            <a:off x="5056187" y="42976289"/>
            <a:ext cx="7211853" cy="2246769"/>
          </a:xfrm>
          <a:prstGeom prst="rect">
            <a:avLst/>
          </a:prstGeom>
          <a:noFill/>
        </p:spPr>
        <p:txBody>
          <a:bodyPr wrap="square" rtlCol="0">
            <a:spAutoFit/>
          </a:bodyPr>
          <a:lstStyle/>
          <a:p>
            <a:r>
              <a:rPr lang="en-US" altLang="zh-CN" sz="2800" b="1" dirty="0">
                <a:solidFill>
                  <a:schemeClr val="bg1"/>
                </a:solidFill>
                <a:latin typeface="Malgun Gothic" panose="020B0503020000020004" pitchFamily="34" charset="-127"/>
                <a:ea typeface="Malgun Gothic" panose="020B0503020000020004" pitchFamily="34" charset="-127"/>
              </a:rPr>
              <a:t>Core idea: </a:t>
            </a:r>
            <a:br>
              <a:rPr lang="en-US" altLang="zh-CN" sz="2800" b="1" dirty="0">
                <a:solidFill>
                  <a:schemeClr val="bg1"/>
                </a:solidFill>
                <a:latin typeface="Malgun Gothic" panose="020B0503020000020004" pitchFamily="34" charset="-127"/>
                <a:ea typeface="Malgun Gothic" panose="020B0503020000020004" pitchFamily="34" charset="-127"/>
              </a:rPr>
            </a:br>
            <a:r>
              <a:rPr lang="en-US" altLang="zh-CN" sz="2800" dirty="0">
                <a:solidFill>
                  <a:schemeClr val="bg1"/>
                </a:solidFill>
                <a:latin typeface="Malgun Gothic" panose="020B0503020000020004" pitchFamily="34" charset="-127"/>
                <a:ea typeface="Malgun Gothic" panose="020B0503020000020004" pitchFamily="34" charset="-127"/>
              </a:rPr>
              <a:t>A mechanical transmission maps a small number of actuator displacements into many joint coordinates, realizing synergy through </a:t>
            </a:r>
            <a:r>
              <a:rPr lang="en-US" altLang="zh-CN" sz="2800" dirty="0" err="1">
                <a:solidFill>
                  <a:schemeClr val="bg1"/>
                </a:solidFill>
                <a:latin typeface="Malgun Gothic" panose="020B0503020000020004" pitchFamily="34" charset="-127"/>
                <a:ea typeface="Malgun Gothic" panose="020B0503020000020004" pitchFamily="34" charset="-127"/>
              </a:rPr>
              <a:t>underactuation</a:t>
            </a:r>
            <a:r>
              <a:rPr lang="en-US" altLang="zh-CN" sz="2800" dirty="0">
                <a:solidFill>
                  <a:schemeClr val="bg1"/>
                </a:solidFill>
                <a:latin typeface="Malgun Gothic" panose="020B0503020000020004" pitchFamily="34" charset="-127"/>
                <a:ea typeface="Malgun Gothic" panose="020B0503020000020004" pitchFamily="34" charset="-127"/>
              </a:rPr>
              <a:t>.</a:t>
            </a:r>
            <a:endParaRPr lang="zh-CN" altLang="en-US" sz="2800" dirty="0">
              <a:solidFill>
                <a:schemeClr val="bg1"/>
              </a:solidFill>
              <a:latin typeface="Malgun Gothic" panose="020B0503020000020004" pitchFamily="34" charset="-127"/>
              <a:ea typeface="Malgun Gothic" panose="020B0503020000020004" pitchFamily="34" charset="-127"/>
            </a:endParaRPr>
          </a:p>
        </p:txBody>
      </p:sp>
      <mc:AlternateContent xmlns:mc="http://schemas.openxmlformats.org/markup-compatibility/2006">
        <mc:Choice xmlns:a14="http://schemas.microsoft.com/office/drawing/2010/main" Requires="a14">
          <p:sp>
            <p:nvSpPr>
              <p:cNvPr id="66" name="文本框 65">
                <a:extLst>
                  <a:ext uri="{FF2B5EF4-FFF2-40B4-BE49-F238E27FC236}">
                    <a16:creationId xmlns:a16="http://schemas.microsoft.com/office/drawing/2014/main" id="{9530D782-FBF5-2711-3E9A-9A103C23A9A9}"/>
                  </a:ext>
                </a:extLst>
              </p:cNvPr>
              <p:cNvSpPr txBox="1"/>
              <p:nvPr/>
            </p:nvSpPr>
            <p:spPr>
              <a:xfrm>
                <a:off x="541000" y="44436926"/>
                <a:ext cx="4705370" cy="954107"/>
              </a:xfrm>
              <a:prstGeom prst="rect">
                <a:avLst/>
              </a:prstGeom>
              <a:noFill/>
              <a:ln w="28575">
                <a:noFill/>
              </a:ln>
            </p:spPr>
            <p:txBody>
              <a:bodyPr wrap="square">
                <a:spAutoFit/>
              </a:bodyPr>
              <a:lstStyle/>
              <a:p>
                <a14:m>
                  <m:oMath xmlns:m="http://schemas.openxmlformats.org/officeDocument/2006/math">
                    <m:r>
                      <a:rPr lang="en-US" altLang="zh-TW" sz="2800" b="0" i="1" smtClean="0">
                        <a:solidFill>
                          <a:schemeClr val="bg1"/>
                        </a:solidFill>
                        <a:latin typeface="Cambria Math" panose="02040503050406030204" pitchFamily="18" charset="0"/>
                      </a:rPr>
                      <m:t>𝑅</m:t>
                    </m:r>
                  </m:oMath>
                </a14:m>
                <a:r>
                  <a:rPr lang="en-US" altLang="zh-TW" sz="2800" b="0" dirty="0">
                    <a:solidFill>
                      <a:schemeClr val="bg1"/>
                    </a:solidFill>
                  </a:rPr>
                  <a:t>: </a:t>
                </a:r>
                <a:r>
                  <a:rPr lang="en-US" altLang="zh-TW" sz="2800" b="0" dirty="0">
                    <a:solidFill>
                      <a:schemeClr val="bg1"/>
                    </a:solidFill>
                    <a:latin typeface="Malgun Gothic" panose="020B0503020000020004" pitchFamily="34" charset="-127"/>
                    <a:ea typeface="Malgun Gothic" panose="020B0503020000020004" pitchFamily="34" charset="-127"/>
                  </a:rPr>
                  <a:t>transmission matrix of </a:t>
                </a:r>
                <a:r>
                  <a:rPr lang="en-US" altLang="zh-CN" sz="2800" dirty="0" err="1">
                    <a:solidFill>
                      <a:schemeClr val="bg1"/>
                    </a:solidFill>
                    <a:latin typeface="Malgun Gothic" panose="020B0503020000020004" pitchFamily="34" charset="-127"/>
                    <a:ea typeface="Malgun Gothic" panose="020B0503020000020004" pitchFamily="34" charset="-127"/>
                  </a:rPr>
                  <a:t>underactuation</a:t>
                </a:r>
                <a:r>
                  <a:rPr lang="en-US" altLang="zh-CN" sz="2800" dirty="0">
                    <a:solidFill>
                      <a:schemeClr val="bg1"/>
                    </a:solidFill>
                    <a:latin typeface="Malgun Gothic" panose="020B0503020000020004" pitchFamily="34" charset="-127"/>
                    <a:ea typeface="Malgun Gothic" panose="020B0503020000020004" pitchFamily="34" charset="-127"/>
                  </a:rPr>
                  <a:t> mechanism</a:t>
                </a:r>
                <a:endParaRPr lang="en-US" altLang="zh-TW" sz="2800" b="0" dirty="0">
                  <a:solidFill>
                    <a:schemeClr val="bg1"/>
                  </a:solidFill>
                  <a:latin typeface="Malgun Gothic" panose="020B0503020000020004" pitchFamily="34" charset="-127"/>
                  <a:ea typeface="Malgun Gothic" panose="020B0503020000020004" pitchFamily="34" charset="-127"/>
                </a:endParaRPr>
              </a:p>
            </p:txBody>
          </p:sp>
        </mc:Choice>
        <mc:Fallback>
          <p:sp>
            <p:nvSpPr>
              <p:cNvPr id="66" name="文本框 65">
                <a:extLst>
                  <a:ext uri="{FF2B5EF4-FFF2-40B4-BE49-F238E27FC236}">
                    <a16:creationId xmlns:a16="http://schemas.microsoft.com/office/drawing/2014/main" id="{9530D782-FBF5-2711-3E9A-9A103C23A9A9}"/>
                  </a:ext>
                </a:extLst>
              </p:cNvPr>
              <p:cNvSpPr txBox="1">
                <a:spLocks noRot="1" noChangeAspect="1" noMove="1" noResize="1" noEditPoints="1" noAdjustHandles="1" noChangeArrowheads="1" noChangeShapeType="1" noTextEdit="1"/>
              </p:cNvSpPr>
              <p:nvPr/>
            </p:nvSpPr>
            <p:spPr>
              <a:xfrm>
                <a:off x="541000" y="44436926"/>
                <a:ext cx="4705370" cy="954107"/>
              </a:xfrm>
              <a:prstGeom prst="rect">
                <a:avLst/>
              </a:prstGeom>
              <a:blipFill>
                <a:blip r:embed="rId11"/>
                <a:stretch>
                  <a:fillRect l="-2720" t="-8333" b="-17308"/>
                </a:stretch>
              </a:blipFill>
              <a:ln w="28575">
                <a:noFill/>
              </a:ln>
            </p:spPr>
            <p:txBody>
              <a:bodyPr/>
              <a:lstStyle/>
              <a:p>
                <a:r>
                  <a:rPr lang="zh-TW" altLang="en-US">
                    <a:noFill/>
                  </a:rPr>
                  <a:t> </a:t>
                </a:r>
              </a:p>
            </p:txBody>
          </p:sp>
        </mc:Fallback>
      </mc:AlternateContent>
      <p:grpSp>
        <p:nvGrpSpPr>
          <p:cNvPr id="43" name="组合 42">
            <a:extLst>
              <a:ext uri="{FF2B5EF4-FFF2-40B4-BE49-F238E27FC236}">
                <a16:creationId xmlns:a16="http://schemas.microsoft.com/office/drawing/2014/main" id="{B0089E20-8EAA-4469-A38C-835320A5AB43}"/>
              </a:ext>
            </a:extLst>
          </p:cNvPr>
          <p:cNvGrpSpPr/>
          <p:nvPr/>
        </p:nvGrpSpPr>
        <p:grpSpPr>
          <a:xfrm>
            <a:off x="541000" y="7198002"/>
            <a:ext cx="11694685" cy="16788509"/>
            <a:chOff x="541000" y="7198002"/>
            <a:chExt cx="11694685" cy="16788509"/>
          </a:xfrm>
        </p:grpSpPr>
        <p:pic>
          <p:nvPicPr>
            <p:cNvPr id="14" name="图片 13">
              <a:extLst>
                <a:ext uri="{FF2B5EF4-FFF2-40B4-BE49-F238E27FC236}">
                  <a16:creationId xmlns:a16="http://schemas.microsoft.com/office/drawing/2014/main" id="{296F1FB4-8851-5401-98A5-60D0ECE70C22}"/>
                </a:ext>
              </a:extLst>
            </p:cNvPr>
            <p:cNvPicPr>
              <a:picLocks noChangeAspect="1"/>
            </p:cNvPicPr>
            <p:nvPr/>
          </p:nvPicPr>
          <p:blipFill>
            <a:blip r:embed="rId12"/>
            <a:stretch>
              <a:fillRect/>
            </a:stretch>
          </p:blipFill>
          <p:spPr>
            <a:xfrm>
              <a:off x="541001" y="7510459"/>
              <a:ext cx="4876800" cy="3557004"/>
            </a:xfrm>
            <a:prstGeom prst="rect">
              <a:avLst/>
            </a:prstGeom>
          </p:spPr>
        </p:pic>
        <p:sp>
          <p:nvSpPr>
            <p:cNvPr id="35" name="文本框 34">
              <a:extLst>
                <a:ext uri="{FF2B5EF4-FFF2-40B4-BE49-F238E27FC236}">
                  <a16:creationId xmlns:a16="http://schemas.microsoft.com/office/drawing/2014/main" id="{227536B9-677A-E792-BE92-77E0209872F4}"/>
                </a:ext>
              </a:extLst>
            </p:cNvPr>
            <p:cNvSpPr txBox="1"/>
            <p:nvPr/>
          </p:nvSpPr>
          <p:spPr>
            <a:xfrm>
              <a:off x="579102" y="11149200"/>
              <a:ext cx="4800598" cy="400110"/>
            </a:xfrm>
            <a:prstGeom prst="rect">
              <a:avLst/>
            </a:prstGeom>
            <a:noFill/>
          </p:spPr>
          <p:txBody>
            <a:bodyPr wrap="square" rtlCol="0">
              <a:spAutoFit/>
            </a:bodyPr>
            <a:lstStyle/>
            <a:p>
              <a:pPr algn="ctr"/>
              <a:r>
                <a:rPr lang="en-US" altLang="zh-CN" sz="2000" dirty="0">
                  <a:solidFill>
                    <a:schemeClr val="bg1"/>
                  </a:solidFill>
                  <a:latin typeface="Malgun Gothic" panose="020B0503020000020004" pitchFamily="34" charset="-127"/>
                  <a:ea typeface="Malgun Gothic" panose="020B0503020000020004" pitchFamily="34" charset="-127"/>
                </a:rPr>
                <a:t>the first 2 PCs of human hand grasping</a:t>
              </a:r>
              <a:endParaRPr lang="zh-CN" altLang="en-US" sz="2000" dirty="0">
                <a:solidFill>
                  <a:schemeClr val="bg1"/>
                </a:solidFill>
                <a:latin typeface="Malgun Gothic" panose="020B0503020000020004" pitchFamily="34" charset="-127"/>
                <a:ea typeface="Malgun Gothic" panose="020B0503020000020004" pitchFamily="34" charset="-127"/>
              </a:endParaRPr>
            </a:p>
          </p:txBody>
        </p:sp>
        <p:sp>
          <p:nvSpPr>
            <p:cNvPr id="36" name="文本框 35">
              <a:extLst>
                <a:ext uri="{FF2B5EF4-FFF2-40B4-BE49-F238E27FC236}">
                  <a16:creationId xmlns:a16="http://schemas.microsoft.com/office/drawing/2014/main" id="{0BEE7CE2-CFE9-FA46-555E-37A4F0B7A61A}"/>
                </a:ext>
              </a:extLst>
            </p:cNvPr>
            <p:cNvSpPr txBox="1"/>
            <p:nvPr/>
          </p:nvSpPr>
          <p:spPr>
            <a:xfrm>
              <a:off x="5246370" y="7198002"/>
              <a:ext cx="6989315" cy="523220"/>
            </a:xfrm>
            <a:prstGeom prst="rect">
              <a:avLst/>
            </a:prstGeom>
            <a:noFill/>
          </p:spPr>
          <p:txBody>
            <a:bodyPr wrap="square" rtlCol="0">
              <a:spAutoFit/>
            </a:bodyPr>
            <a:lstStyle/>
            <a:p>
              <a:pPr algn="ctr"/>
              <a:r>
                <a:rPr lang="en-US" altLang="zh-CN" sz="2800" b="1" dirty="0">
                  <a:solidFill>
                    <a:schemeClr val="bg1"/>
                  </a:solidFill>
                  <a:latin typeface="Malgun Gothic" panose="020B0503020000020004" pitchFamily="34" charset="-127"/>
                  <a:ea typeface="Malgun Gothic" panose="020B0503020000020004" pitchFamily="34" charset="-127"/>
                </a:rPr>
                <a:t>Postural Synergy Theory</a:t>
              </a:r>
              <a:endParaRPr lang="zh-CN" altLang="en-US" sz="2800" b="1" dirty="0">
                <a:solidFill>
                  <a:schemeClr val="bg1"/>
                </a:solidFill>
                <a:latin typeface="Malgun Gothic" panose="020B0503020000020004" pitchFamily="34" charset="-127"/>
                <a:ea typeface="Malgun Gothic" panose="020B0503020000020004" pitchFamily="34" charset="-127"/>
              </a:endParaRPr>
            </a:p>
          </p:txBody>
        </p:sp>
        <p:sp>
          <p:nvSpPr>
            <p:cNvPr id="41" name="文本框 40">
              <a:extLst>
                <a:ext uri="{FF2B5EF4-FFF2-40B4-BE49-F238E27FC236}">
                  <a16:creationId xmlns:a16="http://schemas.microsoft.com/office/drawing/2014/main" id="{29E62458-E96A-2AC6-B5A6-A95905897674}"/>
                </a:ext>
              </a:extLst>
            </p:cNvPr>
            <p:cNvSpPr txBox="1"/>
            <p:nvPr/>
          </p:nvSpPr>
          <p:spPr>
            <a:xfrm>
              <a:off x="541000" y="11953081"/>
              <a:ext cx="7146209" cy="6986528"/>
            </a:xfrm>
            <a:prstGeom prst="rect">
              <a:avLst/>
            </a:prstGeom>
            <a:noFill/>
          </p:spPr>
          <p:txBody>
            <a:bodyPr wrap="square" rtlCol="0">
              <a:spAutoFit/>
            </a:bodyPr>
            <a:lstStyle>
              <a:defPPr>
                <a:defRPr lang="en-US"/>
              </a:defPPr>
              <a:lvl1pPr algn="ctr">
                <a:defRPr sz="2800" b="1">
                  <a:solidFill>
                    <a:schemeClr val="bg1"/>
                  </a:solidFill>
                  <a:latin typeface="Malgun Gothic" panose="020B0503020000020004" pitchFamily="34" charset="-127"/>
                  <a:ea typeface="Malgun Gothic" panose="020B0503020000020004" pitchFamily="34" charset="-127"/>
                </a:defRPr>
              </a:lvl1pPr>
            </a:lstStyle>
            <a:p>
              <a:pPr algn="l"/>
              <a:r>
                <a:rPr lang="en-US" altLang="zh-CN" b="0" dirty="0"/>
                <a:t>The origami hand is not treated as a conventional fully actuated kinematic linkage. Its folds, compliant creases, and routed tendons create a differential-like underactuated mechanism. In a two-ended closed-loop tendon, pulling from side A and pulling from side B are not equivalent because tension propagates through different routed paths. A fixed transmission matrix can describe one nominal reference motion, but it cannot explain this direction-dependent transmission. Therefore, this project introduces a two-ended tendon-driven synergy model and connects it to numerical contact simulation.</a:t>
              </a:r>
            </a:p>
          </p:txBody>
        </p:sp>
        <p:sp>
          <p:nvSpPr>
            <p:cNvPr id="52" name="文本框 51">
              <a:extLst>
                <a:ext uri="{FF2B5EF4-FFF2-40B4-BE49-F238E27FC236}">
                  <a16:creationId xmlns:a16="http://schemas.microsoft.com/office/drawing/2014/main" id="{DDB1AA1F-D0DF-C6D9-3360-03D50D531C14}"/>
                </a:ext>
              </a:extLst>
            </p:cNvPr>
            <p:cNvSpPr txBox="1"/>
            <p:nvPr/>
          </p:nvSpPr>
          <p:spPr>
            <a:xfrm>
              <a:off x="5379700" y="7721222"/>
              <a:ext cx="6855985" cy="3970318"/>
            </a:xfrm>
            <a:prstGeom prst="rect">
              <a:avLst/>
            </a:prstGeom>
            <a:noFill/>
          </p:spPr>
          <p:txBody>
            <a:bodyPr wrap="square" rtlCol="0">
              <a:spAutoFit/>
            </a:bodyPr>
            <a:lstStyle>
              <a:defPPr>
                <a:defRPr lang="en-US"/>
              </a:defPPr>
              <a:lvl1pPr algn="ctr">
                <a:defRPr sz="2800" b="1">
                  <a:solidFill>
                    <a:schemeClr val="bg1"/>
                  </a:solidFill>
                  <a:latin typeface="Malgun Gothic" panose="020B0503020000020004" pitchFamily="34" charset="-127"/>
                  <a:ea typeface="Malgun Gothic" panose="020B0503020000020004" pitchFamily="34" charset="-127"/>
                </a:defRPr>
              </a:lvl1pPr>
            </a:lstStyle>
            <a:p>
              <a:pPr algn="l"/>
              <a:r>
                <a:rPr lang="zh-CN" altLang="zh-CN" b="0" dirty="0"/>
                <a:t>Human hand motion has many degrees of freedom, but grasping postures are not controlled as independent joint commands. A classical observation in hand neuroscience is that many hand shapes can be approximated by a small number of postural synergies: low-dimensional variables coordinate high-dimensional joint configurations.</a:t>
              </a:r>
            </a:p>
          </p:txBody>
        </p:sp>
        <p:sp>
          <p:nvSpPr>
            <p:cNvPr id="67" name="文本框 66">
              <a:extLst>
                <a:ext uri="{FF2B5EF4-FFF2-40B4-BE49-F238E27FC236}">
                  <a16:creationId xmlns:a16="http://schemas.microsoft.com/office/drawing/2014/main" id="{7A067DC1-2328-011D-CB18-223A34F1DF6F}"/>
                </a:ext>
              </a:extLst>
            </p:cNvPr>
            <p:cNvSpPr txBox="1"/>
            <p:nvPr/>
          </p:nvSpPr>
          <p:spPr>
            <a:xfrm>
              <a:off x="541000" y="19154419"/>
              <a:ext cx="11692909" cy="4832092"/>
            </a:xfrm>
            <a:prstGeom prst="rect">
              <a:avLst/>
            </a:prstGeom>
            <a:noFill/>
          </p:spPr>
          <p:txBody>
            <a:bodyPr wrap="square" rtlCol="0">
              <a:spAutoFit/>
            </a:bodyPr>
            <a:lstStyle>
              <a:defPPr>
                <a:defRPr lang="en-US"/>
              </a:defPPr>
              <a:lvl1pPr algn="ctr">
                <a:defRPr sz="2800" b="1">
                  <a:solidFill>
                    <a:schemeClr val="bg1"/>
                  </a:solidFill>
                  <a:latin typeface="Malgun Gothic" panose="020B0503020000020004" pitchFamily="34" charset="-127"/>
                  <a:ea typeface="Malgun Gothic" panose="020B0503020000020004" pitchFamily="34" charset="-127"/>
                </a:defRPr>
              </a:lvl1pPr>
            </a:lstStyle>
            <a:p>
              <a:pPr algn="l"/>
              <a:r>
                <a:rPr lang="en-US" altLang="zh-TW" b="0" dirty="0"/>
                <a:t>The simulation problem has two connected levels. The geometric and kinematic level explains what motion the origami hand design and tendon routing are intended to produce. The physical simulation level then asks how this reference motion is realized when the hand is represented as an articulated model and advanced through numerical integration and contact constraints. </a:t>
              </a:r>
              <a:r>
                <a:rPr lang="en-US" altLang="zh-TW" b="0" dirty="0" err="1"/>
                <a:t>MuJoCo</a:t>
              </a:r>
              <a:r>
                <a:rPr lang="en-US" altLang="zh-TW" b="0" dirty="0"/>
                <a:t> is used to solve the time response q(t), contact count, contact force, and object interaction.</a:t>
              </a:r>
            </a:p>
            <a:p>
              <a:pPr algn="l"/>
              <a:endParaRPr lang="en-US" altLang="zh-TW" b="0" dirty="0"/>
            </a:p>
            <a:p>
              <a:pPr algn="l"/>
              <a:r>
                <a:rPr lang="en-US" altLang="zh-TW" b="0" dirty="0"/>
                <a:t>The central simulation question is: </a:t>
              </a:r>
              <a:r>
                <a:rPr lang="en-US" altLang="zh-TW" dirty="0">
                  <a:solidFill>
                    <a:srgbClr val="592668"/>
                  </a:solidFill>
                </a:rPr>
                <a:t>how can a string-driven origami hand design be simulated across geometry, synergy transmission, numerical dynamics, and contact.</a:t>
              </a:r>
              <a:endParaRPr lang="en-US" altLang="zh-TW" b="0" dirty="0"/>
            </a:p>
          </p:txBody>
        </p:sp>
        <p:pic>
          <p:nvPicPr>
            <p:cNvPr id="68" name="图片 67">
              <a:extLst>
                <a:ext uri="{FF2B5EF4-FFF2-40B4-BE49-F238E27FC236}">
                  <a16:creationId xmlns:a16="http://schemas.microsoft.com/office/drawing/2014/main" id="{82D1E3AC-133A-F8FF-0F62-249099AB995A}"/>
                </a:ext>
              </a:extLst>
            </p:cNvPr>
            <p:cNvPicPr>
              <a:picLocks noChangeAspect="1"/>
            </p:cNvPicPr>
            <p:nvPr/>
          </p:nvPicPr>
          <p:blipFill>
            <a:blip r:embed="rId13"/>
            <a:stretch>
              <a:fillRect/>
            </a:stretch>
          </p:blipFill>
          <p:spPr>
            <a:xfrm>
              <a:off x="8193130" y="11752572"/>
              <a:ext cx="3026790" cy="3363685"/>
            </a:xfrm>
            <a:prstGeom prst="rect">
              <a:avLst/>
            </a:prstGeom>
          </p:spPr>
        </p:pic>
        <p:pic>
          <p:nvPicPr>
            <p:cNvPr id="69" name="图片 68">
              <a:extLst>
                <a:ext uri="{FF2B5EF4-FFF2-40B4-BE49-F238E27FC236}">
                  <a16:creationId xmlns:a16="http://schemas.microsoft.com/office/drawing/2014/main" id="{3C7EC605-996A-7D71-5194-5EA8EB08F732}"/>
                </a:ext>
              </a:extLst>
            </p:cNvPr>
            <p:cNvPicPr>
              <a:picLocks noChangeAspect="1"/>
            </p:cNvPicPr>
            <p:nvPr/>
          </p:nvPicPr>
          <p:blipFill>
            <a:blip r:embed="rId14"/>
            <a:stretch>
              <a:fillRect/>
            </a:stretch>
          </p:blipFill>
          <p:spPr>
            <a:xfrm>
              <a:off x="7573720" y="15680307"/>
              <a:ext cx="4105296" cy="3007368"/>
            </a:xfrm>
            <a:prstGeom prst="rect">
              <a:avLst/>
            </a:prstGeom>
          </p:spPr>
        </p:pic>
        <p:sp>
          <p:nvSpPr>
            <p:cNvPr id="70" name="文本框 69">
              <a:extLst>
                <a:ext uri="{FF2B5EF4-FFF2-40B4-BE49-F238E27FC236}">
                  <a16:creationId xmlns:a16="http://schemas.microsoft.com/office/drawing/2014/main" id="{F77F7627-269D-CAD0-960E-D0352C8651CA}"/>
                </a:ext>
              </a:extLst>
            </p:cNvPr>
            <p:cNvSpPr txBox="1"/>
            <p:nvPr/>
          </p:nvSpPr>
          <p:spPr>
            <a:xfrm>
              <a:off x="7113589" y="15156910"/>
              <a:ext cx="4800598" cy="400110"/>
            </a:xfrm>
            <a:prstGeom prst="rect">
              <a:avLst/>
            </a:prstGeom>
            <a:noFill/>
          </p:spPr>
          <p:txBody>
            <a:bodyPr wrap="square" rtlCol="0">
              <a:spAutoFit/>
            </a:bodyPr>
            <a:lstStyle/>
            <a:p>
              <a:pPr algn="ctr"/>
              <a:r>
                <a:rPr lang="en-US" altLang="zh-CN" sz="2000" dirty="0">
                  <a:solidFill>
                    <a:schemeClr val="bg1"/>
                  </a:solidFill>
                  <a:latin typeface="Malgun Gothic" panose="020B0503020000020004" pitchFamily="34" charset="-127"/>
                  <a:ea typeface="Malgun Gothic" panose="020B0503020000020004" pitchFamily="34" charset="-127"/>
                </a:rPr>
                <a:t>mechanical implementation of synergy</a:t>
              </a:r>
              <a:endParaRPr lang="zh-CN" altLang="en-US" sz="2000" dirty="0">
                <a:solidFill>
                  <a:schemeClr val="bg1"/>
                </a:solidFill>
                <a:latin typeface="Malgun Gothic" panose="020B0503020000020004" pitchFamily="34" charset="-127"/>
                <a:ea typeface="Malgun Gothic" panose="020B0503020000020004" pitchFamily="34" charset="-127"/>
              </a:endParaRPr>
            </a:p>
          </p:txBody>
        </p:sp>
        <p:sp>
          <p:nvSpPr>
            <p:cNvPr id="71" name="文本框 70">
              <a:extLst>
                <a:ext uri="{FF2B5EF4-FFF2-40B4-BE49-F238E27FC236}">
                  <a16:creationId xmlns:a16="http://schemas.microsoft.com/office/drawing/2014/main" id="{178C4C30-E4CC-9D4F-65E7-CB9DCBEA89AD}"/>
                </a:ext>
              </a:extLst>
            </p:cNvPr>
            <p:cNvSpPr txBox="1"/>
            <p:nvPr/>
          </p:nvSpPr>
          <p:spPr>
            <a:xfrm>
              <a:off x="7226068" y="18703914"/>
              <a:ext cx="4800598" cy="400110"/>
            </a:xfrm>
            <a:prstGeom prst="rect">
              <a:avLst/>
            </a:prstGeom>
            <a:noFill/>
          </p:spPr>
          <p:txBody>
            <a:bodyPr wrap="square" rtlCol="0">
              <a:spAutoFit/>
            </a:bodyPr>
            <a:lstStyle/>
            <a:p>
              <a:pPr algn="ctr"/>
              <a:r>
                <a:rPr lang="en-US" altLang="zh-CN" sz="2000" dirty="0">
                  <a:solidFill>
                    <a:schemeClr val="bg1"/>
                  </a:solidFill>
                  <a:latin typeface="Malgun Gothic" panose="020B0503020000020004" pitchFamily="34" charset="-127"/>
                  <a:ea typeface="Malgun Gothic" panose="020B0503020000020004" pitchFamily="34" charset="-127"/>
                </a:rPr>
                <a:t>String-driven origami</a:t>
              </a:r>
              <a:endParaRPr lang="zh-CN" altLang="en-US" sz="2000" dirty="0">
                <a:solidFill>
                  <a:schemeClr val="bg1"/>
                </a:solidFill>
                <a:latin typeface="Malgun Gothic" panose="020B0503020000020004" pitchFamily="34" charset="-127"/>
                <a:ea typeface="Malgun Gothic" panose="020B0503020000020004" pitchFamily="34" charset="-127"/>
              </a:endParaRPr>
            </a:p>
          </p:txBody>
        </p:sp>
      </p:grpSp>
      <p:sp>
        <p:nvSpPr>
          <p:cNvPr id="73" name="文本框 72">
            <a:extLst>
              <a:ext uri="{FF2B5EF4-FFF2-40B4-BE49-F238E27FC236}">
                <a16:creationId xmlns:a16="http://schemas.microsoft.com/office/drawing/2014/main" id="{AC433448-DD41-4335-81DC-DE866DA3E67C}"/>
              </a:ext>
            </a:extLst>
          </p:cNvPr>
          <p:cNvSpPr txBox="1"/>
          <p:nvPr/>
        </p:nvSpPr>
        <p:spPr>
          <a:xfrm>
            <a:off x="12985583" y="11168245"/>
            <a:ext cx="11618294" cy="2400657"/>
          </a:xfrm>
          <a:prstGeom prst="rect">
            <a:avLst/>
          </a:prstGeom>
          <a:noFill/>
        </p:spPr>
        <p:txBody>
          <a:bodyPr wrap="square" rtlCol="0">
            <a:spAutoFit/>
          </a:bodyPr>
          <a:lstStyle>
            <a:defPPr>
              <a:defRPr lang="en-US"/>
            </a:defPPr>
            <a:lvl1pPr>
              <a:defRPr sz="2800" b="0">
                <a:solidFill>
                  <a:schemeClr val="bg1"/>
                </a:solidFill>
                <a:latin typeface="Malgun Gothic" panose="020B0503020000020004" pitchFamily="34" charset="-127"/>
                <a:ea typeface="Malgun Gothic" panose="020B0503020000020004" pitchFamily="34" charset="-127"/>
              </a:defRPr>
            </a:lvl1pPr>
          </a:lstStyle>
          <a:p>
            <a:pPr>
              <a:spcBef>
                <a:spcPts val="1200"/>
              </a:spcBef>
            </a:pPr>
            <a:r>
              <a:rPr lang="en-US" altLang="zh-CN" dirty="0"/>
              <a:t>The </a:t>
            </a:r>
            <a:r>
              <a:rPr lang="en-US" altLang="zh-CN" b="1" dirty="0">
                <a:solidFill>
                  <a:srgbClr val="592668"/>
                </a:solidFill>
              </a:rPr>
              <a:t>.</a:t>
            </a:r>
            <a:r>
              <a:rPr lang="en-US" altLang="zh-CN" b="1" dirty="0" err="1">
                <a:solidFill>
                  <a:srgbClr val="592668"/>
                </a:solidFill>
              </a:rPr>
              <a:t>ohd</a:t>
            </a:r>
            <a:r>
              <a:rPr lang="en-US" altLang="zh-CN" b="1" dirty="0">
                <a:solidFill>
                  <a:srgbClr val="592668"/>
                </a:solidFill>
              </a:rPr>
              <a:t> </a:t>
            </a:r>
            <a:r>
              <a:rPr lang="en-US" altLang="zh-CN" dirty="0"/>
              <a:t>design file defines the origami hand geometry: faces, creases, joints, holes, actuators, and routed tendons.</a:t>
            </a:r>
          </a:p>
          <a:p>
            <a:pPr>
              <a:spcBef>
                <a:spcPts val="1200"/>
              </a:spcBef>
            </a:pPr>
            <a:r>
              <a:rPr lang="en-US" altLang="zh-CN" dirty="0"/>
              <a:t>The FMAS layer converts the two-ended tendon routing into a distribution matrix. Pulling from side A and side B gives two one-sided transmissions, R_A and R_B, which generate two synergy bases. </a:t>
            </a:r>
          </a:p>
        </p:txBody>
      </p:sp>
      <p:grpSp>
        <p:nvGrpSpPr>
          <p:cNvPr id="37" name="组合 36">
            <a:extLst>
              <a:ext uri="{FF2B5EF4-FFF2-40B4-BE49-F238E27FC236}">
                <a16:creationId xmlns:a16="http://schemas.microsoft.com/office/drawing/2014/main" id="{CB714F63-8CC6-49B7-88F7-CCCFF13D4DF2}"/>
              </a:ext>
            </a:extLst>
          </p:cNvPr>
          <p:cNvGrpSpPr/>
          <p:nvPr/>
        </p:nvGrpSpPr>
        <p:grpSpPr>
          <a:xfrm>
            <a:off x="12983996" y="21587682"/>
            <a:ext cx="11618294" cy="4735834"/>
            <a:chOff x="12983996" y="21587682"/>
            <a:chExt cx="11618294" cy="4735834"/>
          </a:xfrm>
        </p:grpSpPr>
        <p:sp>
          <p:nvSpPr>
            <p:cNvPr id="15" name="矩形 14">
              <a:extLst>
                <a:ext uri="{FF2B5EF4-FFF2-40B4-BE49-F238E27FC236}">
                  <a16:creationId xmlns:a16="http://schemas.microsoft.com/office/drawing/2014/main" id="{24ACBFBC-2D90-C736-8921-2F840D6297E0}"/>
                </a:ext>
              </a:extLst>
            </p:cNvPr>
            <p:cNvSpPr/>
            <p:nvPr/>
          </p:nvSpPr>
          <p:spPr>
            <a:xfrm>
              <a:off x="12983996" y="24020594"/>
              <a:ext cx="11618294" cy="2302922"/>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6" name="矩形 15">
              <a:extLst>
                <a:ext uri="{FF2B5EF4-FFF2-40B4-BE49-F238E27FC236}">
                  <a16:creationId xmlns:a16="http://schemas.microsoft.com/office/drawing/2014/main" id="{2B28D685-DD4F-7015-2540-12B8EA59270D}"/>
                </a:ext>
              </a:extLst>
            </p:cNvPr>
            <p:cNvSpPr/>
            <p:nvPr/>
          </p:nvSpPr>
          <p:spPr>
            <a:xfrm>
              <a:off x="12983996" y="21587682"/>
              <a:ext cx="11618294" cy="2302922"/>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17" name="图片 16">
              <a:extLst>
                <a:ext uri="{FF2B5EF4-FFF2-40B4-BE49-F238E27FC236}">
                  <a16:creationId xmlns:a16="http://schemas.microsoft.com/office/drawing/2014/main" id="{E631F7C9-AF64-7E4D-E415-CA483C8C6D94}"/>
                </a:ext>
              </a:extLst>
            </p:cNvPr>
            <p:cNvPicPr>
              <a:picLocks noChangeAspect="1"/>
            </p:cNvPicPr>
            <p:nvPr/>
          </p:nvPicPr>
          <p:blipFill>
            <a:blip r:embed="rId15"/>
            <a:srcRect l="23137" t="9892" r="23629" b="5376"/>
            <a:stretch>
              <a:fillRect/>
            </a:stretch>
          </p:blipFill>
          <p:spPr>
            <a:xfrm>
              <a:off x="14915172" y="21701411"/>
              <a:ext cx="2204718" cy="2058433"/>
            </a:xfrm>
            <a:custGeom>
              <a:avLst/>
              <a:gdLst>
                <a:gd name="connsiteX0" fmla="*/ 0 w 6223819"/>
                <a:gd name="connsiteY0" fmla="*/ 0 h 5810864"/>
                <a:gd name="connsiteX1" fmla="*/ 6223819 w 6223819"/>
                <a:gd name="connsiteY1" fmla="*/ 0 h 5810864"/>
                <a:gd name="connsiteX2" fmla="*/ 6223819 w 6223819"/>
                <a:gd name="connsiteY2" fmla="*/ 5810864 h 5810864"/>
                <a:gd name="connsiteX3" fmla="*/ 0 w 6223819"/>
                <a:gd name="connsiteY3" fmla="*/ 5810864 h 5810864"/>
              </a:gdLst>
              <a:ahLst/>
              <a:cxnLst>
                <a:cxn ang="0">
                  <a:pos x="connsiteX0" y="connsiteY0"/>
                </a:cxn>
                <a:cxn ang="0">
                  <a:pos x="connsiteX1" y="connsiteY1"/>
                </a:cxn>
                <a:cxn ang="0">
                  <a:pos x="connsiteX2" y="connsiteY2"/>
                </a:cxn>
                <a:cxn ang="0">
                  <a:pos x="connsiteX3" y="connsiteY3"/>
                </a:cxn>
              </a:cxnLst>
              <a:rect l="l" t="t" r="r" b="b"/>
              <a:pathLst>
                <a:path w="6223819" h="5810864">
                  <a:moveTo>
                    <a:pt x="0" y="0"/>
                  </a:moveTo>
                  <a:lnTo>
                    <a:pt x="6223819" y="0"/>
                  </a:lnTo>
                  <a:lnTo>
                    <a:pt x="6223819" y="5810864"/>
                  </a:lnTo>
                  <a:lnTo>
                    <a:pt x="0" y="5810864"/>
                  </a:lnTo>
                  <a:close/>
                </a:path>
              </a:pathLst>
            </a:custGeom>
          </p:spPr>
        </p:pic>
        <p:pic>
          <p:nvPicPr>
            <p:cNvPr id="18" name="图片 17">
              <a:extLst>
                <a:ext uri="{FF2B5EF4-FFF2-40B4-BE49-F238E27FC236}">
                  <a16:creationId xmlns:a16="http://schemas.microsoft.com/office/drawing/2014/main" id="{79C67B6A-4066-AFB4-C8DB-AB69FB4AE137}"/>
                </a:ext>
              </a:extLst>
            </p:cNvPr>
            <p:cNvPicPr>
              <a:picLocks noChangeAspect="1"/>
            </p:cNvPicPr>
            <p:nvPr/>
          </p:nvPicPr>
          <p:blipFill>
            <a:blip r:embed="rId16"/>
            <a:srcRect l="23383" t="9892" r="23383" b="5376"/>
            <a:stretch>
              <a:fillRect/>
            </a:stretch>
          </p:blipFill>
          <p:spPr>
            <a:xfrm>
              <a:off x="17369812" y="21701411"/>
              <a:ext cx="2204718" cy="2058433"/>
            </a:xfrm>
            <a:custGeom>
              <a:avLst/>
              <a:gdLst>
                <a:gd name="connsiteX0" fmla="*/ 0 w 6223819"/>
                <a:gd name="connsiteY0" fmla="*/ 0 h 5810864"/>
                <a:gd name="connsiteX1" fmla="*/ 6223819 w 6223819"/>
                <a:gd name="connsiteY1" fmla="*/ 0 h 5810864"/>
                <a:gd name="connsiteX2" fmla="*/ 6223819 w 6223819"/>
                <a:gd name="connsiteY2" fmla="*/ 5810864 h 5810864"/>
                <a:gd name="connsiteX3" fmla="*/ 0 w 6223819"/>
                <a:gd name="connsiteY3" fmla="*/ 5810864 h 5810864"/>
              </a:gdLst>
              <a:ahLst/>
              <a:cxnLst>
                <a:cxn ang="0">
                  <a:pos x="connsiteX0" y="connsiteY0"/>
                </a:cxn>
                <a:cxn ang="0">
                  <a:pos x="connsiteX1" y="connsiteY1"/>
                </a:cxn>
                <a:cxn ang="0">
                  <a:pos x="connsiteX2" y="connsiteY2"/>
                </a:cxn>
                <a:cxn ang="0">
                  <a:pos x="connsiteX3" y="connsiteY3"/>
                </a:cxn>
              </a:cxnLst>
              <a:rect l="l" t="t" r="r" b="b"/>
              <a:pathLst>
                <a:path w="6223819" h="5810864">
                  <a:moveTo>
                    <a:pt x="0" y="0"/>
                  </a:moveTo>
                  <a:lnTo>
                    <a:pt x="6223819" y="0"/>
                  </a:lnTo>
                  <a:lnTo>
                    <a:pt x="6223819" y="5810864"/>
                  </a:lnTo>
                  <a:lnTo>
                    <a:pt x="0" y="5810864"/>
                  </a:lnTo>
                  <a:close/>
                </a:path>
              </a:pathLst>
            </a:custGeom>
          </p:spPr>
        </p:pic>
        <p:pic>
          <p:nvPicPr>
            <p:cNvPr id="19" name="图片 18">
              <a:extLst>
                <a:ext uri="{FF2B5EF4-FFF2-40B4-BE49-F238E27FC236}">
                  <a16:creationId xmlns:a16="http://schemas.microsoft.com/office/drawing/2014/main" id="{C916C4BB-91AC-31D4-BE34-4AF75968E71B}"/>
                </a:ext>
              </a:extLst>
            </p:cNvPr>
            <p:cNvPicPr>
              <a:picLocks noChangeAspect="1"/>
            </p:cNvPicPr>
            <p:nvPr/>
          </p:nvPicPr>
          <p:blipFill>
            <a:blip r:embed="rId17"/>
            <a:srcRect l="23629" t="9892" r="23137" b="5376"/>
            <a:stretch>
              <a:fillRect/>
            </a:stretch>
          </p:blipFill>
          <p:spPr>
            <a:xfrm>
              <a:off x="19824454" y="21701411"/>
              <a:ext cx="2204718" cy="2058433"/>
            </a:xfrm>
            <a:custGeom>
              <a:avLst/>
              <a:gdLst>
                <a:gd name="connsiteX0" fmla="*/ 0 w 6223819"/>
                <a:gd name="connsiteY0" fmla="*/ 0 h 5810864"/>
                <a:gd name="connsiteX1" fmla="*/ 6223819 w 6223819"/>
                <a:gd name="connsiteY1" fmla="*/ 0 h 5810864"/>
                <a:gd name="connsiteX2" fmla="*/ 6223819 w 6223819"/>
                <a:gd name="connsiteY2" fmla="*/ 5810864 h 5810864"/>
                <a:gd name="connsiteX3" fmla="*/ 0 w 6223819"/>
                <a:gd name="connsiteY3" fmla="*/ 5810864 h 5810864"/>
              </a:gdLst>
              <a:ahLst/>
              <a:cxnLst>
                <a:cxn ang="0">
                  <a:pos x="connsiteX0" y="connsiteY0"/>
                </a:cxn>
                <a:cxn ang="0">
                  <a:pos x="connsiteX1" y="connsiteY1"/>
                </a:cxn>
                <a:cxn ang="0">
                  <a:pos x="connsiteX2" y="connsiteY2"/>
                </a:cxn>
                <a:cxn ang="0">
                  <a:pos x="connsiteX3" y="connsiteY3"/>
                </a:cxn>
              </a:cxnLst>
              <a:rect l="l" t="t" r="r" b="b"/>
              <a:pathLst>
                <a:path w="6223819" h="5810864">
                  <a:moveTo>
                    <a:pt x="0" y="0"/>
                  </a:moveTo>
                  <a:lnTo>
                    <a:pt x="6223819" y="0"/>
                  </a:lnTo>
                  <a:lnTo>
                    <a:pt x="6223819" y="5810864"/>
                  </a:lnTo>
                  <a:lnTo>
                    <a:pt x="0" y="5810864"/>
                  </a:lnTo>
                  <a:close/>
                </a:path>
              </a:pathLst>
            </a:custGeom>
          </p:spPr>
        </p:pic>
        <p:pic>
          <p:nvPicPr>
            <p:cNvPr id="20" name="图片 19">
              <a:extLst>
                <a:ext uri="{FF2B5EF4-FFF2-40B4-BE49-F238E27FC236}">
                  <a16:creationId xmlns:a16="http://schemas.microsoft.com/office/drawing/2014/main" id="{55F6EFE2-D192-C911-3C4C-E26CC7521BAE}"/>
                </a:ext>
              </a:extLst>
            </p:cNvPr>
            <p:cNvPicPr>
              <a:picLocks noChangeAspect="1"/>
            </p:cNvPicPr>
            <p:nvPr/>
          </p:nvPicPr>
          <p:blipFill>
            <a:blip r:embed="rId18"/>
            <a:srcRect l="23876" t="9892" r="22890" b="5376"/>
            <a:stretch>
              <a:fillRect/>
            </a:stretch>
          </p:blipFill>
          <p:spPr>
            <a:xfrm>
              <a:off x="22279093" y="21701411"/>
              <a:ext cx="2204718" cy="2058433"/>
            </a:xfrm>
            <a:custGeom>
              <a:avLst/>
              <a:gdLst>
                <a:gd name="connsiteX0" fmla="*/ 0 w 6223818"/>
                <a:gd name="connsiteY0" fmla="*/ 0 h 5810864"/>
                <a:gd name="connsiteX1" fmla="*/ 6223818 w 6223818"/>
                <a:gd name="connsiteY1" fmla="*/ 0 h 5810864"/>
                <a:gd name="connsiteX2" fmla="*/ 6223818 w 6223818"/>
                <a:gd name="connsiteY2" fmla="*/ 5810864 h 5810864"/>
                <a:gd name="connsiteX3" fmla="*/ 0 w 6223818"/>
                <a:gd name="connsiteY3" fmla="*/ 5810864 h 5810864"/>
              </a:gdLst>
              <a:ahLst/>
              <a:cxnLst>
                <a:cxn ang="0">
                  <a:pos x="connsiteX0" y="connsiteY0"/>
                </a:cxn>
                <a:cxn ang="0">
                  <a:pos x="connsiteX1" y="connsiteY1"/>
                </a:cxn>
                <a:cxn ang="0">
                  <a:pos x="connsiteX2" y="connsiteY2"/>
                </a:cxn>
                <a:cxn ang="0">
                  <a:pos x="connsiteX3" y="connsiteY3"/>
                </a:cxn>
              </a:cxnLst>
              <a:rect l="l" t="t" r="r" b="b"/>
              <a:pathLst>
                <a:path w="6223818" h="5810864">
                  <a:moveTo>
                    <a:pt x="0" y="0"/>
                  </a:moveTo>
                  <a:lnTo>
                    <a:pt x="6223818" y="0"/>
                  </a:lnTo>
                  <a:lnTo>
                    <a:pt x="6223818" y="5810864"/>
                  </a:lnTo>
                  <a:lnTo>
                    <a:pt x="0" y="5810864"/>
                  </a:lnTo>
                  <a:close/>
                </a:path>
              </a:pathLst>
            </a:custGeom>
          </p:spPr>
        </p:pic>
        <p:pic>
          <p:nvPicPr>
            <p:cNvPr id="21" name="图片 20">
              <a:extLst>
                <a:ext uri="{FF2B5EF4-FFF2-40B4-BE49-F238E27FC236}">
                  <a16:creationId xmlns:a16="http://schemas.microsoft.com/office/drawing/2014/main" id="{DB82B5B6-1373-0CBA-B9B7-20F7DFB50BBE}"/>
                </a:ext>
              </a:extLst>
            </p:cNvPr>
            <p:cNvPicPr>
              <a:picLocks noChangeAspect="1"/>
            </p:cNvPicPr>
            <p:nvPr/>
          </p:nvPicPr>
          <p:blipFill>
            <a:blip r:embed="rId19"/>
            <a:srcRect l="23137" t="9892" r="23629" b="5376"/>
            <a:stretch>
              <a:fillRect/>
            </a:stretch>
          </p:blipFill>
          <p:spPr>
            <a:xfrm>
              <a:off x="14915172" y="24130780"/>
              <a:ext cx="2204718" cy="2058433"/>
            </a:xfrm>
            <a:custGeom>
              <a:avLst/>
              <a:gdLst>
                <a:gd name="connsiteX0" fmla="*/ 0 w 6223819"/>
                <a:gd name="connsiteY0" fmla="*/ 0 h 5810864"/>
                <a:gd name="connsiteX1" fmla="*/ 6223819 w 6223819"/>
                <a:gd name="connsiteY1" fmla="*/ 0 h 5810864"/>
                <a:gd name="connsiteX2" fmla="*/ 6223819 w 6223819"/>
                <a:gd name="connsiteY2" fmla="*/ 5810864 h 5810864"/>
                <a:gd name="connsiteX3" fmla="*/ 0 w 6223819"/>
                <a:gd name="connsiteY3" fmla="*/ 5810864 h 5810864"/>
              </a:gdLst>
              <a:ahLst/>
              <a:cxnLst>
                <a:cxn ang="0">
                  <a:pos x="connsiteX0" y="connsiteY0"/>
                </a:cxn>
                <a:cxn ang="0">
                  <a:pos x="connsiteX1" y="connsiteY1"/>
                </a:cxn>
                <a:cxn ang="0">
                  <a:pos x="connsiteX2" y="connsiteY2"/>
                </a:cxn>
                <a:cxn ang="0">
                  <a:pos x="connsiteX3" y="connsiteY3"/>
                </a:cxn>
              </a:cxnLst>
              <a:rect l="l" t="t" r="r" b="b"/>
              <a:pathLst>
                <a:path w="6223819" h="5810864">
                  <a:moveTo>
                    <a:pt x="0" y="0"/>
                  </a:moveTo>
                  <a:lnTo>
                    <a:pt x="6223819" y="0"/>
                  </a:lnTo>
                  <a:lnTo>
                    <a:pt x="6223819" y="5810864"/>
                  </a:lnTo>
                  <a:lnTo>
                    <a:pt x="0" y="5810864"/>
                  </a:lnTo>
                  <a:close/>
                </a:path>
              </a:pathLst>
            </a:custGeom>
          </p:spPr>
        </p:pic>
        <p:pic>
          <p:nvPicPr>
            <p:cNvPr id="22" name="图片 21">
              <a:extLst>
                <a:ext uri="{FF2B5EF4-FFF2-40B4-BE49-F238E27FC236}">
                  <a16:creationId xmlns:a16="http://schemas.microsoft.com/office/drawing/2014/main" id="{82F96820-1A21-EE38-1120-4836BF344079}"/>
                </a:ext>
              </a:extLst>
            </p:cNvPr>
            <p:cNvPicPr>
              <a:picLocks noChangeAspect="1"/>
            </p:cNvPicPr>
            <p:nvPr/>
          </p:nvPicPr>
          <p:blipFill>
            <a:blip r:embed="rId20"/>
            <a:srcRect l="23383" t="9892" r="23383" b="5376"/>
            <a:stretch>
              <a:fillRect/>
            </a:stretch>
          </p:blipFill>
          <p:spPr>
            <a:xfrm>
              <a:off x="17369812" y="24130780"/>
              <a:ext cx="2204718" cy="2058433"/>
            </a:xfrm>
            <a:custGeom>
              <a:avLst/>
              <a:gdLst>
                <a:gd name="connsiteX0" fmla="*/ 0 w 6223819"/>
                <a:gd name="connsiteY0" fmla="*/ 0 h 5810864"/>
                <a:gd name="connsiteX1" fmla="*/ 6223819 w 6223819"/>
                <a:gd name="connsiteY1" fmla="*/ 0 h 5810864"/>
                <a:gd name="connsiteX2" fmla="*/ 6223819 w 6223819"/>
                <a:gd name="connsiteY2" fmla="*/ 5810864 h 5810864"/>
                <a:gd name="connsiteX3" fmla="*/ 0 w 6223819"/>
                <a:gd name="connsiteY3" fmla="*/ 5810864 h 5810864"/>
              </a:gdLst>
              <a:ahLst/>
              <a:cxnLst>
                <a:cxn ang="0">
                  <a:pos x="connsiteX0" y="connsiteY0"/>
                </a:cxn>
                <a:cxn ang="0">
                  <a:pos x="connsiteX1" y="connsiteY1"/>
                </a:cxn>
                <a:cxn ang="0">
                  <a:pos x="connsiteX2" y="connsiteY2"/>
                </a:cxn>
                <a:cxn ang="0">
                  <a:pos x="connsiteX3" y="connsiteY3"/>
                </a:cxn>
              </a:cxnLst>
              <a:rect l="l" t="t" r="r" b="b"/>
              <a:pathLst>
                <a:path w="6223819" h="5810864">
                  <a:moveTo>
                    <a:pt x="0" y="0"/>
                  </a:moveTo>
                  <a:lnTo>
                    <a:pt x="6223819" y="0"/>
                  </a:lnTo>
                  <a:lnTo>
                    <a:pt x="6223819" y="5810864"/>
                  </a:lnTo>
                  <a:lnTo>
                    <a:pt x="0" y="5810864"/>
                  </a:lnTo>
                  <a:close/>
                </a:path>
              </a:pathLst>
            </a:custGeom>
          </p:spPr>
        </p:pic>
        <p:pic>
          <p:nvPicPr>
            <p:cNvPr id="23" name="图片 22">
              <a:extLst>
                <a:ext uri="{FF2B5EF4-FFF2-40B4-BE49-F238E27FC236}">
                  <a16:creationId xmlns:a16="http://schemas.microsoft.com/office/drawing/2014/main" id="{76A07A88-3566-5CAC-B0B3-52D3A023EAA3}"/>
                </a:ext>
              </a:extLst>
            </p:cNvPr>
            <p:cNvPicPr>
              <a:picLocks noChangeAspect="1"/>
            </p:cNvPicPr>
            <p:nvPr/>
          </p:nvPicPr>
          <p:blipFill>
            <a:blip r:embed="rId21"/>
            <a:srcRect l="23629" t="9892" r="23137" b="5376"/>
            <a:stretch>
              <a:fillRect/>
            </a:stretch>
          </p:blipFill>
          <p:spPr>
            <a:xfrm>
              <a:off x="19824454" y="24130780"/>
              <a:ext cx="2204718" cy="2058433"/>
            </a:xfrm>
            <a:custGeom>
              <a:avLst/>
              <a:gdLst>
                <a:gd name="connsiteX0" fmla="*/ 0 w 6223819"/>
                <a:gd name="connsiteY0" fmla="*/ 0 h 5810864"/>
                <a:gd name="connsiteX1" fmla="*/ 6223819 w 6223819"/>
                <a:gd name="connsiteY1" fmla="*/ 0 h 5810864"/>
                <a:gd name="connsiteX2" fmla="*/ 6223819 w 6223819"/>
                <a:gd name="connsiteY2" fmla="*/ 5810864 h 5810864"/>
                <a:gd name="connsiteX3" fmla="*/ 0 w 6223819"/>
                <a:gd name="connsiteY3" fmla="*/ 5810864 h 5810864"/>
              </a:gdLst>
              <a:ahLst/>
              <a:cxnLst>
                <a:cxn ang="0">
                  <a:pos x="connsiteX0" y="connsiteY0"/>
                </a:cxn>
                <a:cxn ang="0">
                  <a:pos x="connsiteX1" y="connsiteY1"/>
                </a:cxn>
                <a:cxn ang="0">
                  <a:pos x="connsiteX2" y="connsiteY2"/>
                </a:cxn>
                <a:cxn ang="0">
                  <a:pos x="connsiteX3" y="connsiteY3"/>
                </a:cxn>
              </a:cxnLst>
              <a:rect l="l" t="t" r="r" b="b"/>
              <a:pathLst>
                <a:path w="6223819" h="5810864">
                  <a:moveTo>
                    <a:pt x="0" y="0"/>
                  </a:moveTo>
                  <a:lnTo>
                    <a:pt x="6223819" y="0"/>
                  </a:lnTo>
                  <a:lnTo>
                    <a:pt x="6223819" y="5810864"/>
                  </a:lnTo>
                  <a:lnTo>
                    <a:pt x="0" y="5810864"/>
                  </a:lnTo>
                  <a:close/>
                </a:path>
              </a:pathLst>
            </a:custGeom>
          </p:spPr>
        </p:pic>
        <p:pic>
          <p:nvPicPr>
            <p:cNvPr id="24" name="图片 23">
              <a:extLst>
                <a:ext uri="{FF2B5EF4-FFF2-40B4-BE49-F238E27FC236}">
                  <a16:creationId xmlns:a16="http://schemas.microsoft.com/office/drawing/2014/main" id="{FF560F18-E169-2991-4965-8B7EFE27ACEC}"/>
                </a:ext>
              </a:extLst>
            </p:cNvPr>
            <p:cNvPicPr>
              <a:picLocks noChangeAspect="1"/>
            </p:cNvPicPr>
            <p:nvPr/>
          </p:nvPicPr>
          <p:blipFill>
            <a:blip r:embed="rId22"/>
            <a:srcRect l="23876" t="9892" r="22890" b="5376"/>
            <a:stretch>
              <a:fillRect/>
            </a:stretch>
          </p:blipFill>
          <p:spPr>
            <a:xfrm>
              <a:off x="22279093" y="24130780"/>
              <a:ext cx="2204718" cy="2058433"/>
            </a:xfrm>
            <a:custGeom>
              <a:avLst/>
              <a:gdLst>
                <a:gd name="connsiteX0" fmla="*/ 0 w 6223818"/>
                <a:gd name="connsiteY0" fmla="*/ 0 h 5810864"/>
                <a:gd name="connsiteX1" fmla="*/ 6223818 w 6223818"/>
                <a:gd name="connsiteY1" fmla="*/ 0 h 5810864"/>
                <a:gd name="connsiteX2" fmla="*/ 6223818 w 6223818"/>
                <a:gd name="connsiteY2" fmla="*/ 5810864 h 5810864"/>
                <a:gd name="connsiteX3" fmla="*/ 0 w 6223818"/>
                <a:gd name="connsiteY3" fmla="*/ 5810864 h 5810864"/>
              </a:gdLst>
              <a:ahLst/>
              <a:cxnLst>
                <a:cxn ang="0">
                  <a:pos x="connsiteX0" y="connsiteY0"/>
                </a:cxn>
                <a:cxn ang="0">
                  <a:pos x="connsiteX1" y="connsiteY1"/>
                </a:cxn>
                <a:cxn ang="0">
                  <a:pos x="connsiteX2" y="connsiteY2"/>
                </a:cxn>
                <a:cxn ang="0">
                  <a:pos x="connsiteX3" y="connsiteY3"/>
                </a:cxn>
              </a:cxnLst>
              <a:rect l="l" t="t" r="r" b="b"/>
              <a:pathLst>
                <a:path w="6223818" h="5810864">
                  <a:moveTo>
                    <a:pt x="0" y="0"/>
                  </a:moveTo>
                  <a:lnTo>
                    <a:pt x="6223818" y="0"/>
                  </a:lnTo>
                  <a:lnTo>
                    <a:pt x="6223818" y="5810864"/>
                  </a:lnTo>
                  <a:lnTo>
                    <a:pt x="0" y="5810864"/>
                  </a:lnTo>
                  <a:close/>
                </a:path>
              </a:pathLst>
            </a:custGeom>
          </p:spPr>
        </p:pic>
        <mc:AlternateContent xmlns:mc="http://schemas.openxmlformats.org/markup-compatibility/2006">
          <mc:Choice xmlns:a14="http://schemas.microsoft.com/office/drawing/2010/main" Requires="a14">
            <p:sp>
              <p:nvSpPr>
                <p:cNvPr id="25" name="文本框 24">
                  <a:extLst>
                    <a:ext uri="{FF2B5EF4-FFF2-40B4-BE49-F238E27FC236}">
                      <a16:creationId xmlns:a16="http://schemas.microsoft.com/office/drawing/2014/main" id="{9C52B1BD-7AEF-821E-E83B-D42235E46E83}"/>
                    </a:ext>
                  </a:extLst>
                </p:cNvPr>
                <p:cNvSpPr txBox="1"/>
                <p:nvPr/>
              </p:nvSpPr>
              <p:spPr>
                <a:xfrm>
                  <a:off x="14915172" y="21706274"/>
                  <a:ext cx="1296189" cy="246221"/>
                </a:xfrm>
                <a:prstGeom prst="rect">
                  <a:avLst/>
                </a:prstGeom>
                <a:solidFill>
                  <a:schemeClr val="tx1"/>
                </a:solidFill>
                <a:ln>
                  <a:solidFill>
                    <a:schemeClr val="bg1"/>
                  </a:solidFill>
                </a:ln>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600" b="0" i="1" smtClean="0">
                                <a:solidFill>
                                  <a:schemeClr val="bg1"/>
                                </a:solidFill>
                                <a:latin typeface="Cambria Math" panose="02040503050406030204" pitchFamily="18" charset="0"/>
                              </a:rPr>
                            </m:ctrlPr>
                          </m:sSubPr>
                          <m:e>
                            <m:r>
                              <a:rPr lang="en-US" altLang="zh-TW" sz="1600" b="0" i="1" smtClean="0">
                                <a:solidFill>
                                  <a:schemeClr val="bg1"/>
                                </a:solidFill>
                                <a:latin typeface="Cambria Math" panose="02040503050406030204" pitchFamily="18" charset="0"/>
                              </a:rPr>
                              <m:t>𝜎</m:t>
                            </m:r>
                          </m:e>
                          <m:sub>
                            <m:r>
                              <a:rPr lang="en-US" altLang="zh-TW" sz="1600" b="0" i="1" smtClean="0">
                                <a:solidFill>
                                  <a:schemeClr val="bg1"/>
                                </a:solidFill>
                                <a:latin typeface="Cambria Math" panose="02040503050406030204" pitchFamily="18" charset="0"/>
                              </a:rPr>
                              <m:t>𝑐</m:t>
                            </m:r>
                          </m:sub>
                        </m:sSub>
                        <m:r>
                          <a:rPr lang="en-US" altLang="zh-TW" sz="1600" b="0" i="1" smtClean="0">
                            <a:solidFill>
                              <a:schemeClr val="bg1"/>
                            </a:solidFill>
                            <a:latin typeface="Cambria Math" panose="02040503050406030204" pitchFamily="18" charset="0"/>
                          </a:rPr>
                          <m:t>=</m:t>
                        </m:r>
                        <m:r>
                          <a:rPr lang="en-US" altLang="zh-TW" sz="1600" b="0" i="1" smtClean="0">
                            <a:solidFill>
                              <a:schemeClr val="bg1"/>
                            </a:solidFill>
                            <a:latin typeface="Cambria Math" panose="02040503050406030204" pitchFamily="18" charset="0"/>
                          </a:rPr>
                          <m:t>0</m:t>
                        </m:r>
                        <m:r>
                          <a:rPr lang="en-US" altLang="zh-TW" sz="1600" b="0" i="1" smtClean="0">
                            <a:solidFill>
                              <a:schemeClr val="bg1"/>
                            </a:solidFill>
                            <a:latin typeface="Cambria Math" panose="02040503050406030204" pitchFamily="18" charset="0"/>
                          </a:rPr>
                          <m:t>, </m:t>
                        </m:r>
                        <m:sSub>
                          <m:sSubPr>
                            <m:ctrlPr>
                              <a:rPr lang="en-US" altLang="zh-TW" sz="1600" b="0" i="1" smtClean="0">
                                <a:solidFill>
                                  <a:schemeClr val="bg1"/>
                                </a:solidFill>
                                <a:latin typeface="Cambria Math" panose="02040503050406030204" pitchFamily="18" charset="0"/>
                              </a:rPr>
                            </m:ctrlPr>
                          </m:sSubPr>
                          <m:e>
                            <m:r>
                              <a:rPr lang="en-US" altLang="zh-TW" sz="1600" b="0" i="1" smtClean="0">
                                <a:solidFill>
                                  <a:schemeClr val="bg1"/>
                                </a:solidFill>
                                <a:latin typeface="Cambria Math" panose="02040503050406030204" pitchFamily="18" charset="0"/>
                              </a:rPr>
                              <m:t>𝜎</m:t>
                            </m:r>
                          </m:e>
                          <m:sub>
                            <m:r>
                              <a:rPr lang="en-US" altLang="zh-TW" sz="1600" b="0" i="1" smtClean="0">
                                <a:solidFill>
                                  <a:schemeClr val="bg1"/>
                                </a:solidFill>
                                <a:latin typeface="Cambria Math" panose="02040503050406030204" pitchFamily="18" charset="0"/>
                              </a:rPr>
                              <m:t>𝑑</m:t>
                            </m:r>
                          </m:sub>
                        </m:sSub>
                        <m:r>
                          <a:rPr lang="en-US" altLang="zh-TW" sz="1600" b="0" i="1" smtClean="0">
                            <a:solidFill>
                              <a:schemeClr val="bg1"/>
                            </a:solidFill>
                            <a:latin typeface="Cambria Math" panose="02040503050406030204" pitchFamily="18" charset="0"/>
                          </a:rPr>
                          <m:t>=</m:t>
                        </m:r>
                        <m:r>
                          <a:rPr lang="en-US" altLang="zh-TW" sz="1600" b="0" i="1" smtClean="0">
                            <a:solidFill>
                              <a:schemeClr val="bg1"/>
                            </a:solidFill>
                            <a:latin typeface="Cambria Math" panose="02040503050406030204" pitchFamily="18" charset="0"/>
                          </a:rPr>
                          <m:t>0</m:t>
                        </m:r>
                      </m:oMath>
                    </m:oMathPara>
                  </a14:m>
                  <a:endParaRPr lang="zh-TW" altLang="en-US" sz="1600" dirty="0">
                    <a:solidFill>
                      <a:schemeClr val="bg1"/>
                    </a:solidFill>
                  </a:endParaRPr>
                </a:p>
              </p:txBody>
            </p:sp>
          </mc:Choice>
          <mc:Fallback>
            <p:sp>
              <p:nvSpPr>
                <p:cNvPr id="25" name="文本框 24">
                  <a:extLst>
                    <a:ext uri="{FF2B5EF4-FFF2-40B4-BE49-F238E27FC236}">
                      <a16:creationId xmlns:a16="http://schemas.microsoft.com/office/drawing/2014/main" id="{9C52B1BD-7AEF-821E-E83B-D42235E46E83}"/>
                    </a:ext>
                  </a:extLst>
                </p:cNvPr>
                <p:cNvSpPr txBox="1">
                  <a:spLocks noRot="1" noChangeAspect="1" noMove="1" noResize="1" noEditPoints="1" noAdjustHandles="1" noChangeArrowheads="1" noChangeShapeType="1" noTextEdit="1"/>
                </p:cNvSpPr>
                <p:nvPr/>
              </p:nvSpPr>
              <p:spPr>
                <a:xfrm>
                  <a:off x="14915172" y="21706274"/>
                  <a:ext cx="1296189" cy="246221"/>
                </a:xfrm>
                <a:prstGeom prst="rect">
                  <a:avLst/>
                </a:prstGeom>
                <a:blipFill>
                  <a:blip r:embed="rId23"/>
                  <a:stretch>
                    <a:fillRect l="-1402" r="-2336" b="-11905"/>
                  </a:stretch>
                </a:blipFill>
                <a:ln>
                  <a:solidFill>
                    <a:schemeClr val="bg1"/>
                  </a:solidFill>
                </a:ln>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26" name="文本框 25">
                  <a:extLst>
                    <a:ext uri="{FF2B5EF4-FFF2-40B4-BE49-F238E27FC236}">
                      <a16:creationId xmlns:a16="http://schemas.microsoft.com/office/drawing/2014/main" id="{87E3775C-4D74-58DA-60C5-A2E1ADE78CEF}"/>
                    </a:ext>
                  </a:extLst>
                </p:cNvPr>
                <p:cNvSpPr txBox="1"/>
                <p:nvPr/>
              </p:nvSpPr>
              <p:spPr>
                <a:xfrm>
                  <a:off x="17369811" y="21706274"/>
                  <a:ext cx="1410001" cy="246221"/>
                </a:xfrm>
                <a:prstGeom prst="rect">
                  <a:avLst/>
                </a:prstGeom>
                <a:solidFill>
                  <a:schemeClr val="tx1"/>
                </a:solidFill>
                <a:ln>
                  <a:solidFill>
                    <a:schemeClr val="bg1"/>
                  </a:solidFill>
                </a:ln>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600" b="0" i="1" smtClean="0">
                                <a:solidFill>
                                  <a:schemeClr val="bg1"/>
                                </a:solidFill>
                                <a:latin typeface="Cambria Math" panose="02040503050406030204" pitchFamily="18" charset="0"/>
                              </a:rPr>
                            </m:ctrlPr>
                          </m:sSubPr>
                          <m:e>
                            <m:r>
                              <a:rPr lang="en-US" altLang="zh-TW" sz="1600" b="0" i="1" smtClean="0">
                                <a:solidFill>
                                  <a:schemeClr val="bg1"/>
                                </a:solidFill>
                                <a:latin typeface="Cambria Math" panose="02040503050406030204" pitchFamily="18" charset="0"/>
                              </a:rPr>
                              <m:t>𝜎</m:t>
                            </m:r>
                          </m:e>
                          <m:sub>
                            <m:r>
                              <a:rPr lang="en-US" altLang="zh-TW" sz="1600" b="0" i="1" smtClean="0">
                                <a:solidFill>
                                  <a:schemeClr val="bg1"/>
                                </a:solidFill>
                                <a:latin typeface="Cambria Math" panose="02040503050406030204" pitchFamily="18" charset="0"/>
                              </a:rPr>
                              <m:t>𝑐</m:t>
                            </m:r>
                          </m:sub>
                        </m:sSub>
                        <m:r>
                          <a:rPr lang="en-US" altLang="zh-TW" sz="1600" b="0" i="1" smtClean="0">
                            <a:solidFill>
                              <a:schemeClr val="bg1"/>
                            </a:solidFill>
                            <a:latin typeface="Cambria Math" panose="02040503050406030204" pitchFamily="18" charset="0"/>
                          </a:rPr>
                          <m:t>=</m:t>
                        </m:r>
                        <m:r>
                          <a:rPr lang="en-US" altLang="zh-TW" sz="1600" b="0" i="1" smtClean="0">
                            <a:solidFill>
                              <a:schemeClr val="bg1"/>
                            </a:solidFill>
                            <a:latin typeface="Cambria Math" panose="02040503050406030204" pitchFamily="18" charset="0"/>
                          </a:rPr>
                          <m:t>22</m:t>
                        </m:r>
                        <m:r>
                          <a:rPr lang="en-US" altLang="zh-TW" sz="1600" b="0" i="1" smtClean="0">
                            <a:solidFill>
                              <a:schemeClr val="bg1"/>
                            </a:solidFill>
                            <a:latin typeface="Cambria Math" panose="02040503050406030204" pitchFamily="18" charset="0"/>
                          </a:rPr>
                          <m:t>, </m:t>
                        </m:r>
                        <m:sSub>
                          <m:sSubPr>
                            <m:ctrlPr>
                              <a:rPr lang="en-US" altLang="zh-TW" sz="1600" b="0" i="1" smtClean="0">
                                <a:solidFill>
                                  <a:schemeClr val="bg1"/>
                                </a:solidFill>
                                <a:latin typeface="Cambria Math" panose="02040503050406030204" pitchFamily="18" charset="0"/>
                              </a:rPr>
                            </m:ctrlPr>
                          </m:sSubPr>
                          <m:e>
                            <m:r>
                              <a:rPr lang="en-US" altLang="zh-TW" sz="1600" b="0" i="1" smtClean="0">
                                <a:solidFill>
                                  <a:schemeClr val="bg1"/>
                                </a:solidFill>
                                <a:latin typeface="Cambria Math" panose="02040503050406030204" pitchFamily="18" charset="0"/>
                              </a:rPr>
                              <m:t>𝜎</m:t>
                            </m:r>
                          </m:e>
                          <m:sub>
                            <m:r>
                              <a:rPr lang="en-US" altLang="zh-TW" sz="1600" b="0" i="1" smtClean="0">
                                <a:solidFill>
                                  <a:schemeClr val="bg1"/>
                                </a:solidFill>
                                <a:latin typeface="Cambria Math" panose="02040503050406030204" pitchFamily="18" charset="0"/>
                              </a:rPr>
                              <m:t>𝑑</m:t>
                            </m:r>
                          </m:sub>
                        </m:sSub>
                        <m:r>
                          <a:rPr lang="en-US" altLang="zh-TW" sz="1600" b="0" i="1" smtClean="0">
                            <a:solidFill>
                              <a:schemeClr val="bg1"/>
                            </a:solidFill>
                            <a:latin typeface="Cambria Math" panose="02040503050406030204" pitchFamily="18" charset="0"/>
                          </a:rPr>
                          <m:t>=</m:t>
                        </m:r>
                        <m:r>
                          <a:rPr lang="en-US" altLang="zh-TW" sz="1600" b="0" i="1" smtClean="0">
                            <a:solidFill>
                              <a:schemeClr val="bg1"/>
                            </a:solidFill>
                            <a:latin typeface="Cambria Math" panose="02040503050406030204" pitchFamily="18" charset="0"/>
                          </a:rPr>
                          <m:t>0</m:t>
                        </m:r>
                      </m:oMath>
                    </m:oMathPara>
                  </a14:m>
                  <a:endParaRPr lang="zh-TW" altLang="en-US" sz="1600" dirty="0">
                    <a:solidFill>
                      <a:schemeClr val="bg1"/>
                    </a:solidFill>
                  </a:endParaRPr>
                </a:p>
              </p:txBody>
            </p:sp>
          </mc:Choice>
          <mc:Fallback>
            <p:sp>
              <p:nvSpPr>
                <p:cNvPr id="26" name="文本框 25">
                  <a:extLst>
                    <a:ext uri="{FF2B5EF4-FFF2-40B4-BE49-F238E27FC236}">
                      <a16:creationId xmlns:a16="http://schemas.microsoft.com/office/drawing/2014/main" id="{87E3775C-4D74-58DA-60C5-A2E1ADE78CEF}"/>
                    </a:ext>
                  </a:extLst>
                </p:cNvPr>
                <p:cNvSpPr txBox="1">
                  <a:spLocks noRot="1" noChangeAspect="1" noMove="1" noResize="1" noEditPoints="1" noAdjustHandles="1" noChangeArrowheads="1" noChangeShapeType="1" noTextEdit="1"/>
                </p:cNvSpPr>
                <p:nvPr/>
              </p:nvSpPr>
              <p:spPr>
                <a:xfrm>
                  <a:off x="17369811" y="21706274"/>
                  <a:ext cx="1410001" cy="246221"/>
                </a:xfrm>
                <a:prstGeom prst="rect">
                  <a:avLst/>
                </a:prstGeom>
                <a:blipFill>
                  <a:blip r:embed="rId24"/>
                  <a:stretch>
                    <a:fillRect l="-855" r="-2137" b="-11905"/>
                  </a:stretch>
                </a:blipFill>
                <a:ln>
                  <a:solidFill>
                    <a:schemeClr val="bg1"/>
                  </a:solidFill>
                </a:ln>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27" name="文本框 26">
                  <a:extLst>
                    <a:ext uri="{FF2B5EF4-FFF2-40B4-BE49-F238E27FC236}">
                      <a16:creationId xmlns:a16="http://schemas.microsoft.com/office/drawing/2014/main" id="{7ADD6A45-CB1E-4AAD-B816-4BB8B8A1759F}"/>
                    </a:ext>
                  </a:extLst>
                </p:cNvPr>
                <p:cNvSpPr txBox="1"/>
                <p:nvPr/>
              </p:nvSpPr>
              <p:spPr>
                <a:xfrm>
                  <a:off x="19824452" y="21706274"/>
                  <a:ext cx="1523814" cy="246221"/>
                </a:xfrm>
                <a:prstGeom prst="rect">
                  <a:avLst/>
                </a:prstGeom>
                <a:solidFill>
                  <a:schemeClr val="tx1"/>
                </a:solidFill>
                <a:ln>
                  <a:solidFill>
                    <a:schemeClr val="bg1"/>
                  </a:solidFill>
                </a:ln>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600" b="0" i="1" smtClean="0">
                                <a:solidFill>
                                  <a:schemeClr val="bg1"/>
                                </a:solidFill>
                                <a:latin typeface="Cambria Math" panose="02040503050406030204" pitchFamily="18" charset="0"/>
                              </a:rPr>
                            </m:ctrlPr>
                          </m:sSubPr>
                          <m:e>
                            <m:r>
                              <a:rPr lang="en-US" altLang="zh-TW" sz="1600" b="0" i="1" smtClean="0">
                                <a:solidFill>
                                  <a:schemeClr val="bg1"/>
                                </a:solidFill>
                                <a:latin typeface="Cambria Math" panose="02040503050406030204" pitchFamily="18" charset="0"/>
                              </a:rPr>
                              <m:t>𝜎</m:t>
                            </m:r>
                          </m:e>
                          <m:sub>
                            <m:r>
                              <a:rPr lang="en-US" altLang="zh-TW" sz="1600" b="0" i="1" smtClean="0">
                                <a:solidFill>
                                  <a:schemeClr val="bg1"/>
                                </a:solidFill>
                                <a:latin typeface="Cambria Math" panose="02040503050406030204" pitchFamily="18" charset="0"/>
                              </a:rPr>
                              <m:t>𝑐</m:t>
                            </m:r>
                          </m:sub>
                        </m:sSub>
                        <m:r>
                          <a:rPr lang="en-US" altLang="zh-TW" sz="1600" b="0" i="1" smtClean="0">
                            <a:solidFill>
                              <a:schemeClr val="bg1"/>
                            </a:solidFill>
                            <a:latin typeface="Cambria Math" panose="02040503050406030204" pitchFamily="18" charset="0"/>
                          </a:rPr>
                          <m:t>=</m:t>
                        </m:r>
                        <m:r>
                          <a:rPr lang="en-US" altLang="zh-TW" sz="1600" b="0" i="1" smtClean="0">
                            <a:solidFill>
                              <a:schemeClr val="bg1"/>
                            </a:solidFill>
                            <a:latin typeface="Cambria Math" panose="02040503050406030204" pitchFamily="18" charset="0"/>
                          </a:rPr>
                          <m:t>22</m:t>
                        </m:r>
                        <m:r>
                          <a:rPr lang="en-US" altLang="zh-TW" sz="1600" b="0" i="1" smtClean="0">
                            <a:solidFill>
                              <a:schemeClr val="bg1"/>
                            </a:solidFill>
                            <a:latin typeface="Cambria Math" panose="02040503050406030204" pitchFamily="18" charset="0"/>
                          </a:rPr>
                          <m:t>, </m:t>
                        </m:r>
                        <m:sSub>
                          <m:sSubPr>
                            <m:ctrlPr>
                              <a:rPr lang="en-US" altLang="zh-TW" sz="1600" b="0" i="1" smtClean="0">
                                <a:solidFill>
                                  <a:schemeClr val="bg1"/>
                                </a:solidFill>
                                <a:latin typeface="Cambria Math" panose="02040503050406030204" pitchFamily="18" charset="0"/>
                              </a:rPr>
                            </m:ctrlPr>
                          </m:sSubPr>
                          <m:e>
                            <m:r>
                              <a:rPr lang="en-US" altLang="zh-TW" sz="1600" b="0" i="1" smtClean="0">
                                <a:solidFill>
                                  <a:schemeClr val="bg1"/>
                                </a:solidFill>
                                <a:latin typeface="Cambria Math" panose="02040503050406030204" pitchFamily="18" charset="0"/>
                              </a:rPr>
                              <m:t>𝜎</m:t>
                            </m:r>
                          </m:e>
                          <m:sub>
                            <m:r>
                              <a:rPr lang="en-US" altLang="zh-TW" sz="1600" b="0" i="1" smtClean="0">
                                <a:solidFill>
                                  <a:schemeClr val="bg1"/>
                                </a:solidFill>
                                <a:latin typeface="Cambria Math" panose="02040503050406030204" pitchFamily="18" charset="0"/>
                              </a:rPr>
                              <m:t>𝑑</m:t>
                            </m:r>
                          </m:sub>
                        </m:sSub>
                        <m:r>
                          <a:rPr lang="en-US" altLang="zh-TW" sz="1600" b="0" i="1" smtClean="0">
                            <a:solidFill>
                              <a:schemeClr val="bg1"/>
                            </a:solidFill>
                            <a:latin typeface="Cambria Math" panose="02040503050406030204" pitchFamily="18" charset="0"/>
                          </a:rPr>
                          <m:t>=</m:t>
                        </m:r>
                        <m:r>
                          <a:rPr lang="en-US" altLang="zh-TW" sz="1600" b="0" i="1" smtClean="0">
                            <a:solidFill>
                              <a:schemeClr val="bg1"/>
                            </a:solidFill>
                            <a:latin typeface="Cambria Math" panose="02040503050406030204" pitchFamily="18" charset="0"/>
                          </a:rPr>
                          <m:t>11</m:t>
                        </m:r>
                      </m:oMath>
                    </m:oMathPara>
                  </a14:m>
                  <a:endParaRPr lang="zh-TW" altLang="en-US" sz="1600" dirty="0">
                    <a:solidFill>
                      <a:schemeClr val="bg1"/>
                    </a:solidFill>
                  </a:endParaRPr>
                </a:p>
              </p:txBody>
            </p:sp>
          </mc:Choice>
          <mc:Fallback>
            <p:sp>
              <p:nvSpPr>
                <p:cNvPr id="27" name="文本框 26">
                  <a:extLst>
                    <a:ext uri="{FF2B5EF4-FFF2-40B4-BE49-F238E27FC236}">
                      <a16:creationId xmlns:a16="http://schemas.microsoft.com/office/drawing/2014/main" id="{7ADD6A45-CB1E-4AAD-B816-4BB8B8A1759F}"/>
                    </a:ext>
                  </a:extLst>
                </p:cNvPr>
                <p:cNvSpPr txBox="1">
                  <a:spLocks noRot="1" noChangeAspect="1" noMove="1" noResize="1" noEditPoints="1" noAdjustHandles="1" noChangeArrowheads="1" noChangeShapeType="1" noTextEdit="1"/>
                </p:cNvSpPr>
                <p:nvPr/>
              </p:nvSpPr>
              <p:spPr>
                <a:xfrm>
                  <a:off x="19824452" y="21706274"/>
                  <a:ext cx="1523814" cy="246221"/>
                </a:xfrm>
                <a:prstGeom prst="rect">
                  <a:avLst/>
                </a:prstGeom>
                <a:blipFill>
                  <a:blip r:embed="rId25"/>
                  <a:stretch>
                    <a:fillRect l="-794" r="-1984" b="-11905"/>
                  </a:stretch>
                </a:blipFill>
                <a:ln>
                  <a:solidFill>
                    <a:schemeClr val="bg1"/>
                  </a:solidFill>
                </a:ln>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28" name="文本框 27">
                  <a:extLst>
                    <a:ext uri="{FF2B5EF4-FFF2-40B4-BE49-F238E27FC236}">
                      <a16:creationId xmlns:a16="http://schemas.microsoft.com/office/drawing/2014/main" id="{11E0FB62-4A20-469B-67AA-30EF45C3544F}"/>
                    </a:ext>
                  </a:extLst>
                </p:cNvPr>
                <p:cNvSpPr txBox="1"/>
                <p:nvPr/>
              </p:nvSpPr>
              <p:spPr>
                <a:xfrm>
                  <a:off x="22279091" y="21706274"/>
                  <a:ext cx="1677703" cy="246221"/>
                </a:xfrm>
                <a:prstGeom prst="rect">
                  <a:avLst/>
                </a:prstGeom>
                <a:solidFill>
                  <a:schemeClr val="tx1"/>
                </a:solidFill>
                <a:ln>
                  <a:solidFill>
                    <a:schemeClr val="bg1"/>
                  </a:solidFill>
                </a:ln>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600" b="0" i="1" smtClean="0">
                                <a:solidFill>
                                  <a:schemeClr val="bg1"/>
                                </a:solidFill>
                                <a:latin typeface="Cambria Math" panose="02040503050406030204" pitchFamily="18" charset="0"/>
                              </a:rPr>
                            </m:ctrlPr>
                          </m:sSubPr>
                          <m:e>
                            <m:r>
                              <a:rPr lang="en-US" altLang="zh-TW" sz="1600" b="0" i="1" smtClean="0">
                                <a:solidFill>
                                  <a:schemeClr val="bg1"/>
                                </a:solidFill>
                                <a:latin typeface="Cambria Math" panose="02040503050406030204" pitchFamily="18" charset="0"/>
                              </a:rPr>
                              <m:t>𝜎</m:t>
                            </m:r>
                          </m:e>
                          <m:sub>
                            <m:r>
                              <a:rPr lang="en-US" altLang="zh-TW" sz="1600" b="0" i="1" smtClean="0">
                                <a:solidFill>
                                  <a:schemeClr val="bg1"/>
                                </a:solidFill>
                                <a:latin typeface="Cambria Math" panose="02040503050406030204" pitchFamily="18" charset="0"/>
                              </a:rPr>
                              <m:t>𝑐</m:t>
                            </m:r>
                          </m:sub>
                        </m:sSub>
                        <m:r>
                          <a:rPr lang="en-US" altLang="zh-TW" sz="1600" b="0" i="1" smtClean="0">
                            <a:solidFill>
                              <a:schemeClr val="bg1"/>
                            </a:solidFill>
                            <a:latin typeface="Cambria Math" panose="02040503050406030204" pitchFamily="18" charset="0"/>
                          </a:rPr>
                          <m:t>=</m:t>
                        </m:r>
                        <m:r>
                          <a:rPr lang="en-US" altLang="zh-TW" sz="1600" b="0" i="1" smtClean="0">
                            <a:solidFill>
                              <a:schemeClr val="bg1"/>
                            </a:solidFill>
                            <a:latin typeface="Cambria Math" panose="02040503050406030204" pitchFamily="18" charset="0"/>
                          </a:rPr>
                          <m:t>22</m:t>
                        </m:r>
                        <m:r>
                          <a:rPr lang="en-US" altLang="zh-TW" sz="1600" b="0" i="1" smtClean="0">
                            <a:solidFill>
                              <a:schemeClr val="bg1"/>
                            </a:solidFill>
                            <a:latin typeface="Cambria Math" panose="02040503050406030204" pitchFamily="18" charset="0"/>
                          </a:rPr>
                          <m:t>, </m:t>
                        </m:r>
                        <m:sSub>
                          <m:sSubPr>
                            <m:ctrlPr>
                              <a:rPr lang="en-US" altLang="zh-TW" sz="1600" b="0" i="1" smtClean="0">
                                <a:solidFill>
                                  <a:schemeClr val="bg1"/>
                                </a:solidFill>
                                <a:latin typeface="Cambria Math" panose="02040503050406030204" pitchFamily="18" charset="0"/>
                              </a:rPr>
                            </m:ctrlPr>
                          </m:sSubPr>
                          <m:e>
                            <m:r>
                              <a:rPr lang="en-US" altLang="zh-TW" sz="1600" b="0" i="1" smtClean="0">
                                <a:solidFill>
                                  <a:schemeClr val="bg1"/>
                                </a:solidFill>
                                <a:latin typeface="Cambria Math" panose="02040503050406030204" pitchFamily="18" charset="0"/>
                              </a:rPr>
                              <m:t>𝜎</m:t>
                            </m:r>
                          </m:e>
                          <m:sub>
                            <m:r>
                              <a:rPr lang="en-US" altLang="zh-TW" sz="1600" b="0" i="1" smtClean="0">
                                <a:solidFill>
                                  <a:schemeClr val="bg1"/>
                                </a:solidFill>
                                <a:latin typeface="Cambria Math" panose="02040503050406030204" pitchFamily="18" charset="0"/>
                              </a:rPr>
                              <m:t>𝑑</m:t>
                            </m:r>
                          </m:sub>
                        </m:sSub>
                        <m:r>
                          <a:rPr lang="en-US" altLang="zh-TW" sz="1600" b="0" i="1" smtClean="0">
                            <a:solidFill>
                              <a:schemeClr val="bg1"/>
                            </a:solidFill>
                            <a:latin typeface="Cambria Math" panose="02040503050406030204" pitchFamily="18" charset="0"/>
                          </a:rPr>
                          <m:t>=−</m:t>
                        </m:r>
                        <m:r>
                          <a:rPr lang="en-US" altLang="zh-TW" sz="1600" b="0" i="1" smtClean="0">
                            <a:solidFill>
                              <a:schemeClr val="bg1"/>
                            </a:solidFill>
                            <a:latin typeface="Cambria Math" panose="02040503050406030204" pitchFamily="18" charset="0"/>
                          </a:rPr>
                          <m:t>11</m:t>
                        </m:r>
                      </m:oMath>
                    </m:oMathPara>
                  </a14:m>
                  <a:endParaRPr lang="zh-TW" altLang="en-US" sz="1600" dirty="0">
                    <a:solidFill>
                      <a:schemeClr val="bg1"/>
                    </a:solidFill>
                  </a:endParaRPr>
                </a:p>
              </p:txBody>
            </p:sp>
          </mc:Choice>
          <mc:Fallback>
            <p:sp>
              <p:nvSpPr>
                <p:cNvPr id="28" name="文本框 27">
                  <a:extLst>
                    <a:ext uri="{FF2B5EF4-FFF2-40B4-BE49-F238E27FC236}">
                      <a16:creationId xmlns:a16="http://schemas.microsoft.com/office/drawing/2014/main" id="{11E0FB62-4A20-469B-67AA-30EF45C3544F}"/>
                    </a:ext>
                  </a:extLst>
                </p:cNvPr>
                <p:cNvSpPr txBox="1">
                  <a:spLocks noRot="1" noChangeAspect="1" noMove="1" noResize="1" noEditPoints="1" noAdjustHandles="1" noChangeArrowheads="1" noChangeShapeType="1" noTextEdit="1"/>
                </p:cNvSpPr>
                <p:nvPr/>
              </p:nvSpPr>
              <p:spPr>
                <a:xfrm>
                  <a:off x="22279091" y="21706274"/>
                  <a:ext cx="1677703" cy="246221"/>
                </a:xfrm>
                <a:prstGeom prst="rect">
                  <a:avLst/>
                </a:prstGeom>
                <a:blipFill>
                  <a:blip r:embed="rId26"/>
                  <a:stretch>
                    <a:fillRect l="-1083" r="-1444" b="-11905"/>
                  </a:stretch>
                </a:blipFill>
                <a:ln>
                  <a:solidFill>
                    <a:schemeClr val="bg1"/>
                  </a:solidFill>
                </a:ln>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29" name="文本框 28">
                  <a:extLst>
                    <a:ext uri="{FF2B5EF4-FFF2-40B4-BE49-F238E27FC236}">
                      <a16:creationId xmlns:a16="http://schemas.microsoft.com/office/drawing/2014/main" id="{CB3C37ED-F433-3C22-4A47-CEA4CEAF4964}"/>
                    </a:ext>
                  </a:extLst>
                </p:cNvPr>
                <p:cNvSpPr txBox="1"/>
                <p:nvPr/>
              </p:nvSpPr>
              <p:spPr>
                <a:xfrm>
                  <a:off x="14915172" y="24137416"/>
                  <a:ext cx="1296189" cy="246221"/>
                </a:xfrm>
                <a:prstGeom prst="rect">
                  <a:avLst/>
                </a:prstGeom>
                <a:solidFill>
                  <a:schemeClr val="tx1"/>
                </a:solidFill>
                <a:ln>
                  <a:solidFill>
                    <a:schemeClr val="bg1"/>
                  </a:solidFill>
                </a:ln>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600" b="0" i="1" smtClean="0">
                                <a:solidFill>
                                  <a:schemeClr val="bg1"/>
                                </a:solidFill>
                                <a:latin typeface="Cambria Math" panose="02040503050406030204" pitchFamily="18" charset="0"/>
                              </a:rPr>
                            </m:ctrlPr>
                          </m:sSubPr>
                          <m:e>
                            <m:r>
                              <a:rPr lang="en-US" altLang="zh-TW" sz="1600" b="0" i="1" smtClean="0">
                                <a:solidFill>
                                  <a:schemeClr val="bg1"/>
                                </a:solidFill>
                                <a:latin typeface="Cambria Math" panose="02040503050406030204" pitchFamily="18" charset="0"/>
                              </a:rPr>
                              <m:t>𝜎</m:t>
                            </m:r>
                          </m:e>
                          <m:sub>
                            <m:r>
                              <a:rPr lang="en-US" altLang="zh-TW" sz="1600" b="0" i="1" smtClean="0">
                                <a:solidFill>
                                  <a:schemeClr val="bg1"/>
                                </a:solidFill>
                                <a:latin typeface="Cambria Math" panose="02040503050406030204" pitchFamily="18" charset="0"/>
                              </a:rPr>
                              <m:t>𝑐</m:t>
                            </m:r>
                          </m:sub>
                        </m:sSub>
                        <m:r>
                          <a:rPr lang="en-US" altLang="zh-TW" sz="1600" b="0" i="1" smtClean="0">
                            <a:solidFill>
                              <a:schemeClr val="bg1"/>
                            </a:solidFill>
                            <a:latin typeface="Cambria Math" panose="02040503050406030204" pitchFamily="18" charset="0"/>
                          </a:rPr>
                          <m:t>=</m:t>
                        </m:r>
                        <m:r>
                          <a:rPr lang="en-US" altLang="zh-TW" sz="1600" b="0" i="1" smtClean="0">
                            <a:solidFill>
                              <a:schemeClr val="bg1"/>
                            </a:solidFill>
                            <a:latin typeface="Cambria Math" panose="02040503050406030204" pitchFamily="18" charset="0"/>
                          </a:rPr>
                          <m:t>0</m:t>
                        </m:r>
                        <m:r>
                          <a:rPr lang="en-US" altLang="zh-TW" sz="1600" b="0" i="1" smtClean="0">
                            <a:solidFill>
                              <a:schemeClr val="bg1"/>
                            </a:solidFill>
                            <a:latin typeface="Cambria Math" panose="02040503050406030204" pitchFamily="18" charset="0"/>
                          </a:rPr>
                          <m:t>, </m:t>
                        </m:r>
                        <m:sSub>
                          <m:sSubPr>
                            <m:ctrlPr>
                              <a:rPr lang="en-US" altLang="zh-TW" sz="1600" b="0" i="1" smtClean="0">
                                <a:solidFill>
                                  <a:schemeClr val="bg1"/>
                                </a:solidFill>
                                <a:latin typeface="Cambria Math" panose="02040503050406030204" pitchFamily="18" charset="0"/>
                              </a:rPr>
                            </m:ctrlPr>
                          </m:sSubPr>
                          <m:e>
                            <m:r>
                              <a:rPr lang="en-US" altLang="zh-TW" sz="1600" b="0" i="1" smtClean="0">
                                <a:solidFill>
                                  <a:schemeClr val="bg1"/>
                                </a:solidFill>
                                <a:latin typeface="Cambria Math" panose="02040503050406030204" pitchFamily="18" charset="0"/>
                              </a:rPr>
                              <m:t>𝜎</m:t>
                            </m:r>
                          </m:e>
                          <m:sub>
                            <m:r>
                              <a:rPr lang="en-US" altLang="zh-TW" sz="1600" b="0" i="1" smtClean="0">
                                <a:solidFill>
                                  <a:schemeClr val="bg1"/>
                                </a:solidFill>
                                <a:latin typeface="Cambria Math" panose="02040503050406030204" pitchFamily="18" charset="0"/>
                              </a:rPr>
                              <m:t>𝑑</m:t>
                            </m:r>
                          </m:sub>
                        </m:sSub>
                        <m:r>
                          <a:rPr lang="en-US" altLang="zh-TW" sz="1600" b="0" i="1" smtClean="0">
                            <a:solidFill>
                              <a:schemeClr val="bg1"/>
                            </a:solidFill>
                            <a:latin typeface="Cambria Math" panose="02040503050406030204" pitchFamily="18" charset="0"/>
                          </a:rPr>
                          <m:t>=</m:t>
                        </m:r>
                        <m:r>
                          <a:rPr lang="en-US" altLang="zh-TW" sz="1600" b="0" i="1" smtClean="0">
                            <a:solidFill>
                              <a:schemeClr val="bg1"/>
                            </a:solidFill>
                            <a:latin typeface="Cambria Math" panose="02040503050406030204" pitchFamily="18" charset="0"/>
                          </a:rPr>
                          <m:t>0</m:t>
                        </m:r>
                      </m:oMath>
                    </m:oMathPara>
                  </a14:m>
                  <a:endParaRPr lang="zh-TW" altLang="en-US" sz="1600" dirty="0">
                    <a:solidFill>
                      <a:schemeClr val="bg1"/>
                    </a:solidFill>
                  </a:endParaRPr>
                </a:p>
              </p:txBody>
            </p:sp>
          </mc:Choice>
          <mc:Fallback>
            <p:sp>
              <p:nvSpPr>
                <p:cNvPr id="29" name="文本框 28">
                  <a:extLst>
                    <a:ext uri="{FF2B5EF4-FFF2-40B4-BE49-F238E27FC236}">
                      <a16:creationId xmlns:a16="http://schemas.microsoft.com/office/drawing/2014/main" id="{CB3C37ED-F433-3C22-4A47-CEA4CEAF4964}"/>
                    </a:ext>
                  </a:extLst>
                </p:cNvPr>
                <p:cNvSpPr txBox="1">
                  <a:spLocks noRot="1" noChangeAspect="1" noMove="1" noResize="1" noEditPoints="1" noAdjustHandles="1" noChangeArrowheads="1" noChangeShapeType="1" noTextEdit="1"/>
                </p:cNvSpPr>
                <p:nvPr/>
              </p:nvSpPr>
              <p:spPr>
                <a:xfrm>
                  <a:off x="14915172" y="24137416"/>
                  <a:ext cx="1296189" cy="246221"/>
                </a:xfrm>
                <a:prstGeom prst="rect">
                  <a:avLst/>
                </a:prstGeom>
                <a:blipFill>
                  <a:blip r:embed="rId27"/>
                  <a:stretch>
                    <a:fillRect l="-1402" r="-2336" b="-11905"/>
                  </a:stretch>
                </a:blipFill>
                <a:ln>
                  <a:solidFill>
                    <a:schemeClr val="bg1"/>
                  </a:solidFill>
                </a:ln>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30" name="文本框 29">
                  <a:extLst>
                    <a:ext uri="{FF2B5EF4-FFF2-40B4-BE49-F238E27FC236}">
                      <a16:creationId xmlns:a16="http://schemas.microsoft.com/office/drawing/2014/main" id="{ED14E915-431A-DB39-E1F6-029C3A7CA307}"/>
                    </a:ext>
                  </a:extLst>
                </p:cNvPr>
                <p:cNvSpPr txBox="1"/>
                <p:nvPr/>
              </p:nvSpPr>
              <p:spPr>
                <a:xfrm>
                  <a:off x="17369811" y="24137416"/>
                  <a:ext cx="1410001" cy="246221"/>
                </a:xfrm>
                <a:prstGeom prst="rect">
                  <a:avLst/>
                </a:prstGeom>
                <a:solidFill>
                  <a:schemeClr val="tx1"/>
                </a:solidFill>
                <a:ln>
                  <a:solidFill>
                    <a:schemeClr val="bg1"/>
                  </a:solidFill>
                </a:ln>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600" b="0" i="1" smtClean="0">
                                <a:solidFill>
                                  <a:schemeClr val="bg1"/>
                                </a:solidFill>
                                <a:latin typeface="Cambria Math" panose="02040503050406030204" pitchFamily="18" charset="0"/>
                              </a:rPr>
                            </m:ctrlPr>
                          </m:sSubPr>
                          <m:e>
                            <m:r>
                              <a:rPr lang="en-US" altLang="zh-TW" sz="1600" b="0" i="1" smtClean="0">
                                <a:solidFill>
                                  <a:schemeClr val="bg1"/>
                                </a:solidFill>
                                <a:latin typeface="Cambria Math" panose="02040503050406030204" pitchFamily="18" charset="0"/>
                              </a:rPr>
                              <m:t>𝜎</m:t>
                            </m:r>
                          </m:e>
                          <m:sub>
                            <m:r>
                              <a:rPr lang="en-US" altLang="zh-TW" sz="1600" b="0" i="1" smtClean="0">
                                <a:solidFill>
                                  <a:schemeClr val="bg1"/>
                                </a:solidFill>
                                <a:latin typeface="Cambria Math" panose="02040503050406030204" pitchFamily="18" charset="0"/>
                              </a:rPr>
                              <m:t>𝑐</m:t>
                            </m:r>
                          </m:sub>
                        </m:sSub>
                        <m:r>
                          <a:rPr lang="en-US" altLang="zh-TW" sz="1600" b="0" i="1" smtClean="0">
                            <a:solidFill>
                              <a:schemeClr val="bg1"/>
                            </a:solidFill>
                            <a:latin typeface="Cambria Math" panose="02040503050406030204" pitchFamily="18" charset="0"/>
                          </a:rPr>
                          <m:t>=</m:t>
                        </m:r>
                        <m:r>
                          <a:rPr lang="en-US" altLang="zh-TW" sz="1600" b="0" i="1" smtClean="0">
                            <a:solidFill>
                              <a:schemeClr val="bg1"/>
                            </a:solidFill>
                            <a:latin typeface="Cambria Math" panose="02040503050406030204" pitchFamily="18" charset="0"/>
                          </a:rPr>
                          <m:t>22</m:t>
                        </m:r>
                        <m:r>
                          <a:rPr lang="en-US" altLang="zh-TW" sz="1600" b="0" i="1" smtClean="0">
                            <a:solidFill>
                              <a:schemeClr val="bg1"/>
                            </a:solidFill>
                            <a:latin typeface="Cambria Math" panose="02040503050406030204" pitchFamily="18" charset="0"/>
                          </a:rPr>
                          <m:t>, </m:t>
                        </m:r>
                        <m:sSub>
                          <m:sSubPr>
                            <m:ctrlPr>
                              <a:rPr lang="en-US" altLang="zh-TW" sz="1600" b="0" i="1" smtClean="0">
                                <a:solidFill>
                                  <a:schemeClr val="bg1"/>
                                </a:solidFill>
                                <a:latin typeface="Cambria Math" panose="02040503050406030204" pitchFamily="18" charset="0"/>
                              </a:rPr>
                            </m:ctrlPr>
                          </m:sSubPr>
                          <m:e>
                            <m:r>
                              <a:rPr lang="en-US" altLang="zh-TW" sz="1600" b="0" i="1" smtClean="0">
                                <a:solidFill>
                                  <a:schemeClr val="bg1"/>
                                </a:solidFill>
                                <a:latin typeface="Cambria Math" panose="02040503050406030204" pitchFamily="18" charset="0"/>
                              </a:rPr>
                              <m:t>𝜎</m:t>
                            </m:r>
                          </m:e>
                          <m:sub>
                            <m:r>
                              <a:rPr lang="en-US" altLang="zh-TW" sz="1600" b="0" i="1" smtClean="0">
                                <a:solidFill>
                                  <a:schemeClr val="bg1"/>
                                </a:solidFill>
                                <a:latin typeface="Cambria Math" panose="02040503050406030204" pitchFamily="18" charset="0"/>
                              </a:rPr>
                              <m:t>𝑑</m:t>
                            </m:r>
                          </m:sub>
                        </m:sSub>
                        <m:r>
                          <a:rPr lang="en-US" altLang="zh-TW" sz="1600" b="0" i="1" smtClean="0">
                            <a:solidFill>
                              <a:schemeClr val="bg1"/>
                            </a:solidFill>
                            <a:latin typeface="Cambria Math" panose="02040503050406030204" pitchFamily="18" charset="0"/>
                          </a:rPr>
                          <m:t>=</m:t>
                        </m:r>
                        <m:r>
                          <a:rPr lang="en-US" altLang="zh-TW" sz="1600" b="0" i="1" smtClean="0">
                            <a:solidFill>
                              <a:schemeClr val="bg1"/>
                            </a:solidFill>
                            <a:latin typeface="Cambria Math" panose="02040503050406030204" pitchFamily="18" charset="0"/>
                          </a:rPr>
                          <m:t>0</m:t>
                        </m:r>
                      </m:oMath>
                    </m:oMathPara>
                  </a14:m>
                  <a:endParaRPr lang="zh-TW" altLang="en-US" sz="1600" dirty="0">
                    <a:solidFill>
                      <a:schemeClr val="bg1"/>
                    </a:solidFill>
                  </a:endParaRPr>
                </a:p>
              </p:txBody>
            </p:sp>
          </mc:Choice>
          <mc:Fallback>
            <p:sp>
              <p:nvSpPr>
                <p:cNvPr id="30" name="文本框 29">
                  <a:extLst>
                    <a:ext uri="{FF2B5EF4-FFF2-40B4-BE49-F238E27FC236}">
                      <a16:creationId xmlns:a16="http://schemas.microsoft.com/office/drawing/2014/main" id="{ED14E915-431A-DB39-E1F6-029C3A7CA307}"/>
                    </a:ext>
                  </a:extLst>
                </p:cNvPr>
                <p:cNvSpPr txBox="1">
                  <a:spLocks noRot="1" noChangeAspect="1" noMove="1" noResize="1" noEditPoints="1" noAdjustHandles="1" noChangeArrowheads="1" noChangeShapeType="1" noTextEdit="1"/>
                </p:cNvSpPr>
                <p:nvPr/>
              </p:nvSpPr>
              <p:spPr>
                <a:xfrm>
                  <a:off x="17369811" y="24137416"/>
                  <a:ext cx="1410001" cy="246221"/>
                </a:xfrm>
                <a:prstGeom prst="rect">
                  <a:avLst/>
                </a:prstGeom>
                <a:blipFill>
                  <a:blip r:embed="rId28"/>
                  <a:stretch>
                    <a:fillRect l="-855" r="-2137" b="-11905"/>
                  </a:stretch>
                </a:blipFill>
                <a:ln>
                  <a:solidFill>
                    <a:schemeClr val="bg1"/>
                  </a:solidFill>
                </a:ln>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31" name="文本框 30">
                  <a:extLst>
                    <a:ext uri="{FF2B5EF4-FFF2-40B4-BE49-F238E27FC236}">
                      <a16:creationId xmlns:a16="http://schemas.microsoft.com/office/drawing/2014/main" id="{CEC5853E-6D8A-EF5F-7837-038A0A1934A2}"/>
                    </a:ext>
                  </a:extLst>
                </p:cNvPr>
                <p:cNvSpPr txBox="1"/>
                <p:nvPr/>
              </p:nvSpPr>
              <p:spPr>
                <a:xfrm>
                  <a:off x="19824452" y="24137416"/>
                  <a:ext cx="1523814" cy="246221"/>
                </a:xfrm>
                <a:prstGeom prst="rect">
                  <a:avLst/>
                </a:prstGeom>
                <a:solidFill>
                  <a:schemeClr val="tx1"/>
                </a:solidFill>
                <a:ln>
                  <a:solidFill>
                    <a:schemeClr val="bg1"/>
                  </a:solidFill>
                </a:ln>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600" b="0" i="1" smtClean="0">
                                <a:solidFill>
                                  <a:schemeClr val="bg1"/>
                                </a:solidFill>
                                <a:latin typeface="Cambria Math" panose="02040503050406030204" pitchFamily="18" charset="0"/>
                              </a:rPr>
                            </m:ctrlPr>
                          </m:sSubPr>
                          <m:e>
                            <m:r>
                              <a:rPr lang="en-US" altLang="zh-TW" sz="1600" b="0" i="1" smtClean="0">
                                <a:solidFill>
                                  <a:schemeClr val="bg1"/>
                                </a:solidFill>
                                <a:latin typeface="Cambria Math" panose="02040503050406030204" pitchFamily="18" charset="0"/>
                              </a:rPr>
                              <m:t>𝜎</m:t>
                            </m:r>
                          </m:e>
                          <m:sub>
                            <m:r>
                              <a:rPr lang="en-US" altLang="zh-TW" sz="1600" b="0" i="1" smtClean="0">
                                <a:solidFill>
                                  <a:schemeClr val="bg1"/>
                                </a:solidFill>
                                <a:latin typeface="Cambria Math" panose="02040503050406030204" pitchFamily="18" charset="0"/>
                              </a:rPr>
                              <m:t>𝑐</m:t>
                            </m:r>
                          </m:sub>
                        </m:sSub>
                        <m:r>
                          <a:rPr lang="en-US" altLang="zh-TW" sz="1600" b="0" i="1" smtClean="0">
                            <a:solidFill>
                              <a:schemeClr val="bg1"/>
                            </a:solidFill>
                            <a:latin typeface="Cambria Math" panose="02040503050406030204" pitchFamily="18" charset="0"/>
                          </a:rPr>
                          <m:t>=</m:t>
                        </m:r>
                        <m:r>
                          <a:rPr lang="en-US" altLang="zh-TW" sz="1600" b="0" i="1" smtClean="0">
                            <a:solidFill>
                              <a:schemeClr val="bg1"/>
                            </a:solidFill>
                            <a:latin typeface="Cambria Math" panose="02040503050406030204" pitchFamily="18" charset="0"/>
                          </a:rPr>
                          <m:t>22</m:t>
                        </m:r>
                        <m:r>
                          <a:rPr lang="en-US" altLang="zh-TW" sz="1600" b="0" i="1" smtClean="0">
                            <a:solidFill>
                              <a:schemeClr val="bg1"/>
                            </a:solidFill>
                            <a:latin typeface="Cambria Math" panose="02040503050406030204" pitchFamily="18" charset="0"/>
                          </a:rPr>
                          <m:t>, </m:t>
                        </m:r>
                        <m:sSub>
                          <m:sSubPr>
                            <m:ctrlPr>
                              <a:rPr lang="en-US" altLang="zh-TW" sz="1600" b="0" i="1" smtClean="0">
                                <a:solidFill>
                                  <a:schemeClr val="bg1"/>
                                </a:solidFill>
                                <a:latin typeface="Cambria Math" panose="02040503050406030204" pitchFamily="18" charset="0"/>
                              </a:rPr>
                            </m:ctrlPr>
                          </m:sSubPr>
                          <m:e>
                            <m:r>
                              <a:rPr lang="en-US" altLang="zh-TW" sz="1600" b="0" i="1" smtClean="0">
                                <a:solidFill>
                                  <a:schemeClr val="bg1"/>
                                </a:solidFill>
                                <a:latin typeface="Cambria Math" panose="02040503050406030204" pitchFamily="18" charset="0"/>
                              </a:rPr>
                              <m:t>𝜎</m:t>
                            </m:r>
                          </m:e>
                          <m:sub>
                            <m:r>
                              <a:rPr lang="en-US" altLang="zh-TW" sz="1600" b="0" i="1" smtClean="0">
                                <a:solidFill>
                                  <a:schemeClr val="bg1"/>
                                </a:solidFill>
                                <a:latin typeface="Cambria Math" panose="02040503050406030204" pitchFamily="18" charset="0"/>
                              </a:rPr>
                              <m:t>𝑑</m:t>
                            </m:r>
                          </m:sub>
                        </m:sSub>
                        <m:r>
                          <a:rPr lang="en-US" altLang="zh-TW" sz="1600" b="0" i="1" smtClean="0">
                            <a:solidFill>
                              <a:schemeClr val="bg1"/>
                            </a:solidFill>
                            <a:latin typeface="Cambria Math" panose="02040503050406030204" pitchFamily="18" charset="0"/>
                          </a:rPr>
                          <m:t>=</m:t>
                        </m:r>
                        <m:r>
                          <a:rPr lang="en-US" altLang="zh-TW" sz="1600" b="0" i="1" smtClean="0">
                            <a:solidFill>
                              <a:schemeClr val="bg1"/>
                            </a:solidFill>
                            <a:latin typeface="Cambria Math" panose="02040503050406030204" pitchFamily="18" charset="0"/>
                          </a:rPr>
                          <m:t>11</m:t>
                        </m:r>
                      </m:oMath>
                    </m:oMathPara>
                  </a14:m>
                  <a:endParaRPr lang="zh-TW" altLang="en-US" sz="1600" dirty="0">
                    <a:solidFill>
                      <a:schemeClr val="bg1"/>
                    </a:solidFill>
                  </a:endParaRPr>
                </a:p>
              </p:txBody>
            </p:sp>
          </mc:Choice>
          <mc:Fallback>
            <p:sp>
              <p:nvSpPr>
                <p:cNvPr id="31" name="文本框 30">
                  <a:extLst>
                    <a:ext uri="{FF2B5EF4-FFF2-40B4-BE49-F238E27FC236}">
                      <a16:creationId xmlns:a16="http://schemas.microsoft.com/office/drawing/2014/main" id="{CEC5853E-6D8A-EF5F-7837-038A0A1934A2}"/>
                    </a:ext>
                  </a:extLst>
                </p:cNvPr>
                <p:cNvSpPr txBox="1">
                  <a:spLocks noRot="1" noChangeAspect="1" noMove="1" noResize="1" noEditPoints="1" noAdjustHandles="1" noChangeArrowheads="1" noChangeShapeType="1" noTextEdit="1"/>
                </p:cNvSpPr>
                <p:nvPr/>
              </p:nvSpPr>
              <p:spPr>
                <a:xfrm>
                  <a:off x="19824452" y="24137416"/>
                  <a:ext cx="1523814" cy="246221"/>
                </a:xfrm>
                <a:prstGeom prst="rect">
                  <a:avLst/>
                </a:prstGeom>
                <a:blipFill>
                  <a:blip r:embed="rId29"/>
                  <a:stretch>
                    <a:fillRect l="-794" r="-1984" b="-11905"/>
                  </a:stretch>
                </a:blipFill>
                <a:ln>
                  <a:solidFill>
                    <a:schemeClr val="bg1"/>
                  </a:solidFill>
                </a:ln>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32" name="文本框 31">
                  <a:extLst>
                    <a:ext uri="{FF2B5EF4-FFF2-40B4-BE49-F238E27FC236}">
                      <a16:creationId xmlns:a16="http://schemas.microsoft.com/office/drawing/2014/main" id="{86CA9B0B-6751-59DB-C20D-C2410EC46854}"/>
                    </a:ext>
                  </a:extLst>
                </p:cNvPr>
                <p:cNvSpPr txBox="1"/>
                <p:nvPr/>
              </p:nvSpPr>
              <p:spPr>
                <a:xfrm>
                  <a:off x="22279091" y="24137416"/>
                  <a:ext cx="1677703" cy="246221"/>
                </a:xfrm>
                <a:prstGeom prst="rect">
                  <a:avLst/>
                </a:prstGeom>
                <a:solidFill>
                  <a:schemeClr val="tx1"/>
                </a:solidFill>
                <a:ln>
                  <a:solidFill>
                    <a:schemeClr val="bg1"/>
                  </a:solidFill>
                </a:ln>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600" b="0" i="1" smtClean="0">
                                <a:solidFill>
                                  <a:schemeClr val="bg1"/>
                                </a:solidFill>
                                <a:latin typeface="Cambria Math" panose="02040503050406030204" pitchFamily="18" charset="0"/>
                              </a:rPr>
                            </m:ctrlPr>
                          </m:sSubPr>
                          <m:e>
                            <m:r>
                              <a:rPr lang="en-US" altLang="zh-TW" sz="1600" b="0" i="1" smtClean="0">
                                <a:solidFill>
                                  <a:schemeClr val="bg1"/>
                                </a:solidFill>
                                <a:latin typeface="Cambria Math" panose="02040503050406030204" pitchFamily="18" charset="0"/>
                              </a:rPr>
                              <m:t>𝜎</m:t>
                            </m:r>
                          </m:e>
                          <m:sub>
                            <m:r>
                              <a:rPr lang="en-US" altLang="zh-TW" sz="1600" b="0" i="1" smtClean="0">
                                <a:solidFill>
                                  <a:schemeClr val="bg1"/>
                                </a:solidFill>
                                <a:latin typeface="Cambria Math" panose="02040503050406030204" pitchFamily="18" charset="0"/>
                              </a:rPr>
                              <m:t>𝑐</m:t>
                            </m:r>
                          </m:sub>
                        </m:sSub>
                        <m:r>
                          <a:rPr lang="en-US" altLang="zh-TW" sz="1600" b="0" i="1" smtClean="0">
                            <a:solidFill>
                              <a:schemeClr val="bg1"/>
                            </a:solidFill>
                            <a:latin typeface="Cambria Math" panose="02040503050406030204" pitchFamily="18" charset="0"/>
                          </a:rPr>
                          <m:t>=</m:t>
                        </m:r>
                        <m:r>
                          <a:rPr lang="en-US" altLang="zh-TW" sz="1600" b="0" i="1" smtClean="0">
                            <a:solidFill>
                              <a:schemeClr val="bg1"/>
                            </a:solidFill>
                            <a:latin typeface="Cambria Math" panose="02040503050406030204" pitchFamily="18" charset="0"/>
                          </a:rPr>
                          <m:t>22</m:t>
                        </m:r>
                        <m:r>
                          <a:rPr lang="en-US" altLang="zh-TW" sz="1600" b="0" i="1" smtClean="0">
                            <a:solidFill>
                              <a:schemeClr val="bg1"/>
                            </a:solidFill>
                            <a:latin typeface="Cambria Math" panose="02040503050406030204" pitchFamily="18" charset="0"/>
                          </a:rPr>
                          <m:t>, </m:t>
                        </m:r>
                        <m:sSub>
                          <m:sSubPr>
                            <m:ctrlPr>
                              <a:rPr lang="en-US" altLang="zh-TW" sz="1600" b="0" i="1" smtClean="0">
                                <a:solidFill>
                                  <a:schemeClr val="bg1"/>
                                </a:solidFill>
                                <a:latin typeface="Cambria Math" panose="02040503050406030204" pitchFamily="18" charset="0"/>
                              </a:rPr>
                            </m:ctrlPr>
                          </m:sSubPr>
                          <m:e>
                            <m:r>
                              <a:rPr lang="en-US" altLang="zh-TW" sz="1600" b="0" i="1" smtClean="0">
                                <a:solidFill>
                                  <a:schemeClr val="bg1"/>
                                </a:solidFill>
                                <a:latin typeface="Cambria Math" panose="02040503050406030204" pitchFamily="18" charset="0"/>
                              </a:rPr>
                              <m:t>𝜎</m:t>
                            </m:r>
                          </m:e>
                          <m:sub>
                            <m:r>
                              <a:rPr lang="en-US" altLang="zh-TW" sz="1600" b="0" i="1" smtClean="0">
                                <a:solidFill>
                                  <a:schemeClr val="bg1"/>
                                </a:solidFill>
                                <a:latin typeface="Cambria Math" panose="02040503050406030204" pitchFamily="18" charset="0"/>
                              </a:rPr>
                              <m:t>𝑑</m:t>
                            </m:r>
                          </m:sub>
                        </m:sSub>
                        <m:r>
                          <a:rPr lang="en-US" altLang="zh-TW" sz="1600" b="0" i="1" smtClean="0">
                            <a:solidFill>
                              <a:schemeClr val="bg1"/>
                            </a:solidFill>
                            <a:latin typeface="Cambria Math" panose="02040503050406030204" pitchFamily="18" charset="0"/>
                          </a:rPr>
                          <m:t>=−</m:t>
                        </m:r>
                        <m:r>
                          <a:rPr lang="en-US" altLang="zh-TW" sz="1600" b="0" i="1" smtClean="0">
                            <a:solidFill>
                              <a:schemeClr val="bg1"/>
                            </a:solidFill>
                            <a:latin typeface="Cambria Math" panose="02040503050406030204" pitchFamily="18" charset="0"/>
                          </a:rPr>
                          <m:t>11</m:t>
                        </m:r>
                      </m:oMath>
                    </m:oMathPara>
                  </a14:m>
                  <a:endParaRPr lang="zh-TW" altLang="en-US" sz="1600" dirty="0">
                    <a:solidFill>
                      <a:schemeClr val="bg1"/>
                    </a:solidFill>
                  </a:endParaRPr>
                </a:p>
              </p:txBody>
            </p:sp>
          </mc:Choice>
          <mc:Fallback>
            <p:sp>
              <p:nvSpPr>
                <p:cNvPr id="32" name="文本框 31">
                  <a:extLst>
                    <a:ext uri="{FF2B5EF4-FFF2-40B4-BE49-F238E27FC236}">
                      <a16:creationId xmlns:a16="http://schemas.microsoft.com/office/drawing/2014/main" id="{86CA9B0B-6751-59DB-C20D-C2410EC46854}"/>
                    </a:ext>
                  </a:extLst>
                </p:cNvPr>
                <p:cNvSpPr txBox="1">
                  <a:spLocks noRot="1" noChangeAspect="1" noMove="1" noResize="1" noEditPoints="1" noAdjustHandles="1" noChangeArrowheads="1" noChangeShapeType="1" noTextEdit="1"/>
                </p:cNvSpPr>
                <p:nvPr/>
              </p:nvSpPr>
              <p:spPr>
                <a:xfrm>
                  <a:off x="22279091" y="24137416"/>
                  <a:ext cx="1677703" cy="246221"/>
                </a:xfrm>
                <a:prstGeom prst="rect">
                  <a:avLst/>
                </a:prstGeom>
                <a:blipFill>
                  <a:blip r:embed="rId30"/>
                  <a:stretch>
                    <a:fillRect l="-1083" r="-1444" b="-11905"/>
                  </a:stretch>
                </a:blipFill>
                <a:ln>
                  <a:solidFill>
                    <a:schemeClr val="bg1"/>
                  </a:solidFill>
                </a:ln>
              </p:spPr>
              <p:txBody>
                <a:bodyPr/>
                <a:lstStyle/>
                <a:p>
                  <a:r>
                    <a:rPr lang="zh-TW" altLang="en-US">
                      <a:noFill/>
                    </a:rPr>
                    <a:t> </a:t>
                  </a:r>
                </a:p>
              </p:txBody>
            </p:sp>
          </mc:Fallback>
        </mc:AlternateContent>
        <p:pic>
          <p:nvPicPr>
            <p:cNvPr id="33" name="图片 32">
              <a:extLst>
                <a:ext uri="{FF2B5EF4-FFF2-40B4-BE49-F238E27FC236}">
                  <a16:creationId xmlns:a16="http://schemas.microsoft.com/office/drawing/2014/main" id="{12036834-8E98-4B8C-B44D-FF97AE45D320}"/>
                </a:ext>
              </a:extLst>
            </p:cNvPr>
            <p:cNvPicPr/>
            <p:nvPr/>
          </p:nvPicPr>
          <p:blipFill>
            <a:blip r:embed="rId31"/>
            <a:srcRect l="25305" t="11268" r="23321" b="6172"/>
            <a:stretch>
              <a:fillRect/>
            </a:stretch>
          </p:blipFill>
          <p:spPr>
            <a:xfrm>
              <a:off x="13120246" y="21826288"/>
              <a:ext cx="1729465" cy="1803691"/>
            </a:xfrm>
            <a:custGeom>
              <a:avLst/>
              <a:gdLst>
                <a:gd name="connsiteX0" fmla="*/ 0 w 2219325"/>
                <a:gd name="connsiteY0" fmla="*/ 0 h 2314575"/>
                <a:gd name="connsiteX1" fmla="*/ 2219325 w 2219325"/>
                <a:gd name="connsiteY1" fmla="*/ 0 h 2314575"/>
                <a:gd name="connsiteX2" fmla="*/ 2219325 w 2219325"/>
                <a:gd name="connsiteY2" fmla="*/ 2314575 h 2314575"/>
                <a:gd name="connsiteX3" fmla="*/ 0 w 2219325"/>
                <a:gd name="connsiteY3" fmla="*/ 2314575 h 2314575"/>
              </a:gdLst>
              <a:ahLst/>
              <a:cxnLst>
                <a:cxn ang="0">
                  <a:pos x="connsiteX0" y="connsiteY0"/>
                </a:cxn>
                <a:cxn ang="0">
                  <a:pos x="connsiteX1" y="connsiteY1"/>
                </a:cxn>
                <a:cxn ang="0">
                  <a:pos x="connsiteX2" y="connsiteY2"/>
                </a:cxn>
                <a:cxn ang="0">
                  <a:pos x="connsiteX3" y="connsiteY3"/>
                </a:cxn>
              </a:cxnLst>
              <a:rect l="l" t="t" r="r" b="b"/>
              <a:pathLst>
                <a:path w="2219325" h="2314575">
                  <a:moveTo>
                    <a:pt x="0" y="0"/>
                  </a:moveTo>
                  <a:lnTo>
                    <a:pt x="2219325" y="0"/>
                  </a:lnTo>
                  <a:lnTo>
                    <a:pt x="2219325" y="2314575"/>
                  </a:lnTo>
                  <a:lnTo>
                    <a:pt x="0" y="2314575"/>
                  </a:lnTo>
                  <a:close/>
                </a:path>
              </a:pathLst>
            </a:custGeom>
          </p:spPr>
        </p:pic>
        <p:pic>
          <p:nvPicPr>
            <p:cNvPr id="34" name="图片 33">
              <a:extLst>
                <a:ext uri="{FF2B5EF4-FFF2-40B4-BE49-F238E27FC236}">
                  <a16:creationId xmlns:a16="http://schemas.microsoft.com/office/drawing/2014/main" id="{0916EEA9-A825-37F8-3C70-36D461F66CD7}"/>
                </a:ext>
              </a:extLst>
            </p:cNvPr>
            <p:cNvPicPr/>
            <p:nvPr/>
          </p:nvPicPr>
          <p:blipFill>
            <a:blip r:embed="rId32"/>
            <a:srcRect l="25305" t="11636" r="23321" b="5804"/>
            <a:stretch>
              <a:fillRect/>
            </a:stretch>
          </p:blipFill>
          <p:spPr>
            <a:xfrm>
              <a:off x="13117213" y="24253555"/>
              <a:ext cx="1732202" cy="1806546"/>
            </a:xfrm>
            <a:custGeom>
              <a:avLst/>
              <a:gdLst>
                <a:gd name="connsiteX0" fmla="*/ 0 w 2219325"/>
                <a:gd name="connsiteY0" fmla="*/ 0 h 2314575"/>
                <a:gd name="connsiteX1" fmla="*/ 2219325 w 2219325"/>
                <a:gd name="connsiteY1" fmla="*/ 0 h 2314575"/>
                <a:gd name="connsiteX2" fmla="*/ 2219325 w 2219325"/>
                <a:gd name="connsiteY2" fmla="*/ 2314575 h 2314575"/>
                <a:gd name="connsiteX3" fmla="*/ 0 w 2219325"/>
                <a:gd name="connsiteY3" fmla="*/ 2314575 h 2314575"/>
              </a:gdLst>
              <a:ahLst/>
              <a:cxnLst>
                <a:cxn ang="0">
                  <a:pos x="connsiteX0" y="connsiteY0"/>
                </a:cxn>
                <a:cxn ang="0">
                  <a:pos x="connsiteX1" y="connsiteY1"/>
                </a:cxn>
                <a:cxn ang="0">
                  <a:pos x="connsiteX2" y="connsiteY2"/>
                </a:cxn>
                <a:cxn ang="0">
                  <a:pos x="connsiteX3" y="connsiteY3"/>
                </a:cxn>
              </a:cxnLst>
              <a:rect l="l" t="t" r="r" b="b"/>
              <a:pathLst>
                <a:path w="2219325" h="2314575">
                  <a:moveTo>
                    <a:pt x="0" y="0"/>
                  </a:moveTo>
                  <a:lnTo>
                    <a:pt x="2219325" y="0"/>
                  </a:lnTo>
                  <a:lnTo>
                    <a:pt x="2219325" y="2314575"/>
                  </a:lnTo>
                  <a:lnTo>
                    <a:pt x="0" y="2314575"/>
                  </a:lnTo>
                  <a:close/>
                </a:path>
              </a:pathLst>
            </a:custGeom>
          </p:spPr>
        </p:pic>
      </p:grpSp>
      <p:sp>
        <p:nvSpPr>
          <p:cNvPr id="74" name="文本框 73">
            <a:extLst>
              <a:ext uri="{FF2B5EF4-FFF2-40B4-BE49-F238E27FC236}">
                <a16:creationId xmlns:a16="http://schemas.microsoft.com/office/drawing/2014/main" id="{C0AFE5BF-FA36-5285-4280-E1B18658BBA5}"/>
              </a:ext>
            </a:extLst>
          </p:cNvPr>
          <p:cNvSpPr txBox="1"/>
          <p:nvPr/>
        </p:nvSpPr>
        <p:spPr>
          <a:xfrm>
            <a:off x="13714386" y="26396832"/>
            <a:ext cx="10157514" cy="400110"/>
          </a:xfrm>
          <a:prstGeom prst="rect">
            <a:avLst/>
          </a:prstGeom>
          <a:noFill/>
        </p:spPr>
        <p:txBody>
          <a:bodyPr wrap="square" rtlCol="0">
            <a:spAutoFit/>
          </a:bodyPr>
          <a:lstStyle/>
          <a:p>
            <a:pPr algn="ctr"/>
            <a:r>
              <a:rPr lang="en-US" altLang="zh-CN" sz="2000" dirty="0">
                <a:solidFill>
                  <a:schemeClr val="bg1"/>
                </a:solidFill>
                <a:latin typeface="Malgun Gothic" panose="020B0503020000020004" pitchFamily="34" charset="-127"/>
                <a:ea typeface="Malgun Gothic" panose="020B0503020000020004" pitchFamily="34" charset="-127"/>
              </a:rPr>
              <a:t>s</a:t>
            </a:r>
            <a:r>
              <a:rPr lang="en-US" altLang="zh-CN" sz="2000">
                <a:solidFill>
                  <a:schemeClr val="bg1"/>
                </a:solidFill>
                <a:latin typeface="Malgun Gothic" panose="020B0503020000020004" pitchFamily="34" charset="-127"/>
                <a:ea typeface="Malgun Gothic" panose="020B0503020000020004" pitchFamily="34" charset="-127"/>
              </a:rPr>
              <a:t>imulation </a:t>
            </a:r>
            <a:r>
              <a:rPr lang="en-US" altLang="zh-CN" sz="2000" dirty="0">
                <a:solidFill>
                  <a:schemeClr val="bg1"/>
                </a:solidFill>
                <a:latin typeface="Malgun Gothic" panose="020B0503020000020004" pitchFamily="34" charset="-127"/>
                <a:ea typeface="Malgun Gothic" panose="020B0503020000020004" pitchFamily="34" charset="-127"/>
              </a:rPr>
              <a:t>results for a three-finger gripper with two different tendon routes</a:t>
            </a:r>
            <a:endParaRPr lang="zh-CN" altLang="en-US" sz="2000" dirty="0">
              <a:solidFill>
                <a:schemeClr val="bg1"/>
              </a:solidFill>
              <a:latin typeface="Malgun Gothic" panose="020B0503020000020004" pitchFamily="34" charset="-127"/>
              <a:ea typeface="Malgun Gothic" panose="020B0503020000020004" pitchFamily="34" charset="-127"/>
            </a:endParaRPr>
          </a:p>
        </p:txBody>
      </p:sp>
      <p:sp>
        <p:nvSpPr>
          <p:cNvPr id="75" name="文本框 74">
            <a:extLst>
              <a:ext uri="{FF2B5EF4-FFF2-40B4-BE49-F238E27FC236}">
                <a16:creationId xmlns:a16="http://schemas.microsoft.com/office/drawing/2014/main" id="{1056E346-2724-D3A3-FA32-914AD0854125}"/>
              </a:ext>
            </a:extLst>
          </p:cNvPr>
          <p:cNvSpPr txBox="1"/>
          <p:nvPr/>
        </p:nvSpPr>
        <p:spPr>
          <a:xfrm>
            <a:off x="12920802" y="7045866"/>
            <a:ext cx="8398175" cy="523220"/>
          </a:xfrm>
          <a:prstGeom prst="rect">
            <a:avLst/>
          </a:prstGeom>
          <a:noFill/>
        </p:spPr>
        <p:txBody>
          <a:bodyPr wrap="square" rtlCol="0">
            <a:spAutoFit/>
          </a:bodyPr>
          <a:lstStyle/>
          <a:p>
            <a:pPr algn="ctr"/>
            <a:r>
              <a:rPr lang="en-US" altLang="zh-CN" sz="2800" b="1" dirty="0">
                <a:solidFill>
                  <a:schemeClr val="bg1"/>
                </a:solidFill>
                <a:latin typeface="Malgun Gothic" panose="020B0503020000020004" pitchFamily="34" charset="-127"/>
                <a:ea typeface="Malgun Gothic" panose="020B0503020000020004" pitchFamily="34" charset="-127"/>
              </a:rPr>
              <a:t>Friction-Modulated Adaptive Synergy(FMAS)</a:t>
            </a:r>
            <a:endParaRPr lang="zh-CN" altLang="en-US" sz="2800" b="1" dirty="0">
              <a:solidFill>
                <a:schemeClr val="bg1"/>
              </a:solidFill>
              <a:latin typeface="Malgun Gothic" panose="020B0503020000020004" pitchFamily="34" charset="-127"/>
              <a:ea typeface="Malgun Gothic" panose="020B0503020000020004" pitchFamily="34" charset="-127"/>
            </a:endParaRPr>
          </a:p>
        </p:txBody>
      </p:sp>
      <mc:AlternateContent xmlns:mc="http://schemas.openxmlformats.org/markup-compatibility/2006">
        <mc:Choice xmlns:a14="http://schemas.microsoft.com/office/drawing/2010/main" Requires="a14">
          <p:sp>
            <p:nvSpPr>
              <p:cNvPr id="76" name="文本框 75">
                <a:extLst>
                  <a:ext uri="{FF2B5EF4-FFF2-40B4-BE49-F238E27FC236}">
                    <a16:creationId xmlns:a16="http://schemas.microsoft.com/office/drawing/2014/main" id="{3477D89C-E911-74F8-07D3-A9F45DC88113}"/>
                  </a:ext>
                </a:extLst>
              </p:cNvPr>
              <p:cNvSpPr txBox="1"/>
              <p:nvPr/>
            </p:nvSpPr>
            <p:spPr>
              <a:xfrm>
                <a:off x="13336003" y="10421423"/>
                <a:ext cx="4609198" cy="530915"/>
              </a:xfrm>
              <a:prstGeom prst="rect">
                <a:avLst/>
              </a:prstGeom>
              <a:noFill/>
              <a:ln w="28575">
                <a:solidFill>
                  <a:srgbClr val="000099"/>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TW" sz="2800" i="1" smtClean="0">
                          <a:solidFill>
                            <a:schemeClr val="bg1"/>
                          </a:solidFill>
                          <a:latin typeface="Cambria Math" panose="02040503050406030204" pitchFamily="18" charset="0"/>
                        </a:rPr>
                        <m:t>𝑞</m:t>
                      </m:r>
                      <m:r>
                        <a:rPr lang="en-US" altLang="zh-TW" sz="2800" i="1" smtClean="0">
                          <a:solidFill>
                            <a:schemeClr val="bg1"/>
                          </a:solidFill>
                          <a:latin typeface="Cambria Math" panose="02040503050406030204" pitchFamily="18" charset="0"/>
                        </a:rPr>
                        <m:t>=</m:t>
                      </m:r>
                      <m:sSub>
                        <m:sSubPr>
                          <m:ctrlPr>
                            <a:rPr lang="zh-TW" altLang="zh-TW" sz="2800" i="1">
                              <a:solidFill>
                                <a:schemeClr val="bg1"/>
                              </a:solidFill>
                              <a:latin typeface="Cambria Math" panose="02040503050406030204" pitchFamily="18" charset="0"/>
                            </a:rPr>
                          </m:ctrlPr>
                        </m:sSubPr>
                        <m:e>
                          <m:r>
                            <a:rPr lang="en-US" altLang="zh-TW" sz="2800" i="1">
                              <a:solidFill>
                                <a:schemeClr val="bg1"/>
                              </a:solidFill>
                              <a:latin typeface="Cambria Math" panose="02040503050406030204" pitchFamily="18" charset="0"/>
                            </a:rPr>
                            <m:t>𝑆</m:t>
                          </m:r>
                        </m:e>
                        <m:sub>
                          <m:r>
                            <a:rPr lang="en-US" altLang="zh-TW" sz="2800" i="1">
                              <a:solidFill>
                                <a:schemeClr val="bg1"/>
                              </a:solidFill>
                              <a:latin typeface="Cambria Math" panose="02040503050406030204" pitchFamily="18" charset="0"/>
                            </a:rPr>
                            <m:t>𝐴</m:t>
                          </m:r>
                        </m:sub>
                      </m:sSub>
                      <m:sSub>
                        <m:sSubPr>
                          <m:ctrlPr>
                            <a:rPr lang="zh-TW" altLang="zh-TW" sz="2800" i="1">
                              <a:solidFill>
                                <a:schemeClr val="bg1"/>
                              </a:solidFill>
                              <a:latin typeface="Cambria Math" panose="02040503050406030204" pitchFamily="18" charset="0"/>
                            </a:rPr>
                          </m:ctrlPr>
                        </m:sSubPr>
                        <m:e>
                          <m:r>
                            <a:rPr lang="en-US" altLang="zh-TW" sz="2800" i="1">
                              <a:solidFill>
                                <a:schemeClr val="bg1"/>
                              </a:solidFill>
                              <a:latin typeface="Cambria Math" panose="02040503050406030204" pitchFamily="18" charset="0"/>
                            </a:rPr>
                            <m:t>𝑥</m:t>
                          </m:r>
                        </m:e>
                        <m:sub>
                          <m:r>
                            <a:rPr lang="en-US" altLang="zh-TW" sz="2800" i="1">
                              <a:solidFill>
                                <a:schemeClr val="bg1"/>
                              </a:solidFill>
                              <a:latin typeface="Cambria Math" panose="02040503050406030204" pitchFamily="18" charset="0"/>
                            </a:rPr>
                            <m:t>𝐴</m:t>
                          </m:r>
                        </m:sub>
                      </m:sSub>
                      <m:r>
                        <a:rPr lang="en-US" altLang="zh-TW" sz="2800" i="1">
                          <a:solidFill>
                            <a:schemeClr val="bg1"/>
                          </a:solidFill>
                          <a:latin typeface="Cambria Math" panose="02040503050406030204" pitchFamily="18" charset="0"/>
                        </a:rPr>
                        <m:t>+</m:t>
                      </m:r>
                      <m:sSub>
                        <m:sSubPr>
                          <m:ctrlPr>
                            <a:rPr lang="zh-TW" altLang="zh-TW" sz="2800" i="1">
                              <a:solidFill>
                                <a:schemeClr val="bg1"/>
                              </a:solidFill>
                              <a:latin typeface="Cambria Math" panose="02040503050406030204" pitchFamily="18" charset="0"/>
                            </a:rPr>
                          </m:ctrlPr>
                        </m:sSubPr>
                        <m:e>
                          <m:r>
                            <a:rPr lang="en-US" altLang="zh-TW" sz="2800" i="1">
                              <a:solidFill>
                                <a:schemeClr val="bg1"/>
                              </a:solidFill>
                              <a:latin typeface="Cambria Math" panose="02040503050406030204" pitchFamily="18" charset="0"/>
                            </a:rPr>
                            <m:t>𝑆</m:t>
                          </m:r>
                        </m:e>
                        <m:sub>
                          <m:r>
                            <a:rPr lang="en-US" altLang="zh-TW" sz="2800" i="1">
                              <a:solidFill>
                                <a:schemeClr val="bg1"/>
                              </a:solidFill>
                              <a:latin typeface="Cambria Math" panose="02040503050406030204" pitchFamily="18" charset="0"/>
                            </a:rPr>
                            <m:t>𝐵</m:t>
                          </m:r>
                        </m:sub>
                      </m:sSub>
                      <m:sSub>
                        <m:sSubPr>
                          <m:ctrlPr>
                            <a:rPr lang="zh-TW" altLang="zh-TW" sz="2800" i="1">
                              <a:solidFill>
                                <a:schemeClr val="bg1"/>
                              </a:solidFill>
                              <a:latin typeface="Cambria Math" panose="02040503050406030204" pitchFamily="18" charset="0"/>
                            </a:rPr>
                          </m:ctrlPr>
                        </m:sSubPr>
                        <m:e>
                          <m:r>
                            <a:rPr lang="en-US" altLang="zh-TW" sz="2800" i="1">
                              <a:solidFill>
                                <a:schemeClr val="bg1"/>
                              </a:solidFill>
                              <a:latin typeface="Cambria Math" panose="02040503050406030204" pitchFamily="18" charset="0"/>
                            </a:rPr>
                            <m:t>𝑥</m:t>
                          </m:r>
                        </m:e>
                        <m:sub>
                          <m:r>
                            <a:rPr lang="en-US" altLang="zh-TW" sz="2800" i="1">
                              <a:solidFill>
                                <a:schemeClr val="bg1"/>
                              </a:solidFill>
                              <a:latin typeface="Cambria Math" panose="02040503050406030204" pitchFamily="18" charset="0"/>
                            </a:rPr>
                            <m:t>𝐵</m:t>
                          </m:r>
                        </m:sub>
                      </m:sSub>
                      <m:r>
                        <a:rPr lang="en-US" altLang="zh-TW" sz="2800" i="1">
                          <a:solidFill>
                            <a:schemeClr val="bg1"/>
                          </a:solidFill>
                          <a:latin typeface="Cambria Math" panose="02040503050406030204" pitchFamily="18" charset="0"/>
                        </a:rPr>
                        <m:t>+</m:t>
                      </m:r>
                      <m:r>
                        <a:rPr lang="en-US" altLang="zh-TW" sz="2800" i="1">
                          <a:solidFill>
                            <a:schemeClr val="bg1"/>
                          </a:solidFill>
                          <a:latin typeface="Cambria Math" panose="02040503050406030204" pitchFamily="18" charset="0"/>
                        </a:rPr>
                        <m:t>𝐶</m:t>
                      </m:r>
                      <m:sSup>
                        <m:sSupPr>
                          <m:ctrlPr>
                            <a:rPr lang="zh-TW" altLang="zh-TW" sz="2800" i="1">
                              <a:solidFill>
                                <a:schemeClr val="bg1"/>
                              </a:solidFill>
                              <a:latin typeface="Cambria Math" panose="02040503050406030204" pitchFamily="18" charset="0"/>
                            </a:rPr>
                          </m:ctrlPr>
                        </m:sSupPr>
                        <m:e>
                          <m:r>
                            <a:rPr lang="en-US" altLang="zh-TW" sz="2800" i="1">
                              <a:solidFill>
                                <a:schemeClr val="bg1"/>
                              </a:solidFill>
                              <a:latin typeface="Cambria Math" panose="02040503050406030204" pitchFamily="18" charset="0"/>
                            </a:rPr>
                            <m:t>𝐽</m:t>
                          </m:r>
                        </m:e>
                        <m:sup>
                          <m:r>
                            <a:rPr lang="en-US" altLang="zh-TW" sz="2800" i="1">
                              <a:solidFill>
                                <a:schemeClr val="bg1"/>
                              </a:solidFill>
                              <a:latin typeface="Cambria Math" panose="02040503050406030204" pitchFamily="18" charset="0"/>
                            </a:rPr>
                            <m:t>𝑇</m:t>
                          </m:r>
                        </m:sup>
                      </m:sSup>
                      <m:sSub>
                        <m:sSubPr>
                          <m:ctrlPr>
                            <a:rPr lang="zh-TW" altLang="zh-TW" sz="2800" i="1">
                              <a:solidFill>
                                <a:schemeClr val="bg1"/>
                              </a:solidFill>
                              <a:latin typeface="Cambria Math" panose="02040503050406030204" pitchFamily="18" charset="0"/>
                            </a:rPr>
                          </m:ctrlPr>
                        </m:sSubPr>
                        <m:e>
                          <m:r>
                            <a:rPr lang="en-US" altLang="zh-TW" sz="2800" i="1">
                              <a:solidFill>
                                <a:schemeClr val="bg1"/>
                              </a:solidFill>
                              <a:latin typeface="Cambria Math" panose="02040503050406030204" pitchFamily="18" charset="0"/>
                            </a:rPr>
                            <m:t>𝑓</m:t>
                          </m:r>
                        </m:e>
                        <m:sub>
                          <m:r>
                            <a:rPr lang="en-US" altLang="zh-TW" sz="2800" i="1">
                              <a:solidFill>
                                <a:schemeClr val="bg1"/>
                              </a:solidFill>
                              <a:latin typeface="Cambria Math" panose="02040503050406030204" pitchFamily="18" charset="0"/>
                            </a:rPr>
                            <m:t>𝑐</m:t>
                          </m:r>
                        </m:sub>
                      </m:sSub>
                    </m:oMath>
                  </m:oMathPara>
                </a14:m>
                <a:endParaRPr lang="zh-TW" altLang="zh-TW" sz="3600" dirty="0">
                  <a:solidFill>
                    <a:schemeClr val="bg1"/>
                  </a:solidFill>
                </a:endParaRPr>
              </a:p>
            </p:txBody>
          </p:sp>
        </mc:Choice>
        <mc:Fallback>
          <p:sp>
            <p:nvSpPr>
              <p:cNvPr id="76" name="文本框 75">
                <a:extLst>
                  <a:ext uri="{FF2B5EF4-FFF2-40B4-BE49-F238E27FC236}">
                    <a16:creationId xmlns:a16="http://schemas.microsoft.com/office/drawing/2014/main" id="{3477D89C-E911-74F8-07D3-A9F45DC88113}"/>
                  </a:ext>
                </a:extLst>
              </p:cNvPr>
              <p:cNvSpPr txBox="1">
                <a:spLocks noRot="1" noChangeAspect="1" noMove="1" noResize="1" noEditPoints="1" noAdjustHandles="1" noChangeArrowheads="1" noChangeShapeType="1" noTextEdit="1"/>
              </p:cNvSpPr>
              <p:nvPr/>
            </p:nvSpPr>
            <p:spPr>
              <a:xfrm>
                <a:off x="13336003" y="10421423"/>
                <a:ext cx="4609198" cy="530915"/>
              </a:xfrm>
              <a:prstGeom prst="rect">
                <a:avLst/>
              </a:prstGeom>
              <a:blipFill>
                <a:blip r:embed="rId33"/>
                <a:stretch>
                  <a:fillRect/>
                </a:stretch>
              </a:blipFill>
              <a:ln w="28575">
                <a:solidFill>
                  <a:srgbClr val="000099"/>
                </a:solidFill>
              </a:ln>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77" name="文本框 76">
                <a:extLst>
                  <a:ext uri="{FF2B5EF4-FFF2-40B4-BE49-F238E27FC236}">
                    <a16:creationId xmlns:a16="http://schemas.microsoft.com/office/drawing/2014/main" id="{1C4A8D48-9BF9-24F6-AE39-4E81E68209D4}"/>
                  </a:ext>
                </a:extLst>
              </p:cNvPr>
              <p:cNvSpPr txBox="1"/>
              <p:nvPr/>
            </p:nvSpPr>
            <p:spPr>
              <a:xfrm>
                <a:off x="13432918" y="7563024"/>
                <a:ext cx="2694644" cy="68403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zh-TW" altLang="en-US" sz="2800" i="1" smtClean="0">
                              <a:solidFill>
                                <a:schemeClr val="bg1"/>
                              </a:solidFill>
                              <a:latin typeface="Cambria Math" panose="02040503050406030204" pitchFamily="18" charset="0"/>
                            </a:rPr>
                          </m:ctrlPr>
                        </m:sSubSupPr>
                        <m:e>
                          <m:r>
                            <a:rPr lang="zh-TW" altLang="en-US" sz="2800" i="1">
                              <a:solidFill>
                                <a:schemeClr val="bg1"/>
                              </a:solidFill>
                              <a:latin typeface="Cambria Math" panose="02040503050406030204" pitchFamily="18" charset="0"/>
                            </a:rPr>
                            <m:t>𝑇</m:t>
                          </m:r>
                        </m:e>
                        <m:sub>
                          <m:r>
                            <a:rPr lang="zh-TW" altLang="en-US" sz="2800" i="1">
                              <a:solidFill>
                                <a:schemeClr val="bg1"/>
                              </a:solidFill>
                              <a:latin typeface="Cambria Math" panose="02040503050406030204" pitchFamily="18" charset="0"/>
                            </a:rPr>
                            <m:t>𝑗</m:t>
                          </m:r>
                        </m:sub>
                        <m:sup>
                          <m:d>
                            <m:dPr>
                              <m:ctrlPr>
                                <a:rPr lang="zh-TW" altLang="en-US" sz="2800" i="1">
                                  <a:solidFill>
                                    <a:schemeClr val="bg1"/>
                                  </a:solidFill>
                                  <a:latin typeface="Cambria Math" panose="02040503050406030204" pitchFamily="18" charset="0"/>
                                </a:rPr>
                              </m:ctrlPr>
                            </m:dPr>
                            <m:e>
                              <m:r>
                                <a:rPr lang="zh-TW" altLang="en-US" sz="2800" i="1">
                                  <a:solidFill>
                                    <a:schemeClr val="bg1"/>
                                  </a:solidFill>
                                  <a:latin typeface="Cambria Math" panose="02040503050406030204" pitchFamily="18" charset="0"/>
                                </a:rPr>
                                <m:t>𝐴</m:t>
                              </m:r>
                            </m:e>
                          </m:d>
                        </m:sup>
                      </m:sSubSup>
                      <m:r>
                        <a:rPr lang="zh-TW" altLang="en-US" sz="2800" i="0">
                          <a:solidFill>
                            <a:schemeClr val="bg1"/>
                          </a:solidFill>
                          <a:latin typeface="Cambria Math" panose="02040503050406030204" pitchFamily="18" charset="0"/>
                        </a:rPr>
                        <m:t>=</m:t>
                      </m:r>
                      <m:sSubSup>
                        <m:sSubSupPr>
                          <m:ctrlPr>
                            <a:rPr lang="zh-TW" altLang="en-US" sz="2800" i="1">
                              <a:solidFill>
                                <a:schemeClr val="bg1"/>
                              </a:solidFill>
                              <a:latin typeface="Cambria Math" panose="02040503050406030204" pitchFamily="18" charset="0"/>
                            </a:rPr>
                          </m:ctrlPr>
                        </m:sSubSupPr>
                        <m:e>
                          <m:r>
                            <a:rPr lang="zh-TW" altLang="en-US" sz="2800" i="1">
                              <a:solidFill>
                                <a:schemeClr val="bg1"/>
                              </a:solidFill>
                              <a:latin typeface="Cambria Math" panose="02040503050406030204" pitchFamily="18" charset="0"/>
                            </a:rPr>
                            <m:t>𝛼</m:t>
                          </m:r>
                        </m:e>
                        <m:sub>
                          <m:r>
                            <a:rPr lang="zh-TW" altLang="en-US" sz="2800" i="1">
                              <a:solidFill>
                                <a:schemeClr val="bg1"/>
                              </a:solidFill>
                              <a:latin typeface="Cambria Math" panose="02040503050406030204" pitchFamily="18" charset="0"/>
                            </a:rPr>
                            <m:t>𝑗</m:t>
                          </m:r>
                        </m:sub>
                        <m:sup>
                          <m:d>
                            <m:dPr>
                              <m:ctrlPr>
                                <a:rPr lang="zh-TW" altLang="en-US" sz="2800" i="1">
                                  <a:solidFill>
                                    <a:schemeClr val="bg1"/>
                                  </a:solidFill>
                                  <a:latin typeface="Cambria Math" panose="02040503050406030204" pitchFamily="18" charset="0"/>
                                </a:rPr>
                              </m:ctrlPr>
                            </m:dPr>
                            <m:e>
                              <m:r>
                                <a:rPr lang="zh-TW" altLang="en-US" sz="2800" i="1">
                                  <a:solidFill>
                                    <a:schemeClr val="bg1"/>
                                  </a:solidFill>
                                  <a:latin typeface="Cambria Math" panose="02040503050406030204" pitchFamily="18" charset="0"/>
                                </a:rPr>
                                <m:t>𝐴</m:t>
                              </m:r>
                            </m:e>
                          </m:d>
                        </m:sup>
                      </m:sSubSup>
                      <m:sSub>
                        <m:sSubPr>
                          <m:ctrlPr>
                            <a:rPr lang="zh-TW" altLang="en-US" sz="2800" i="1">
                              <a:solidFill>
                                <a:schemeClr val="bg1"/>
                              </a:solidFill>
                              <a:latin typeface="Cambria Math" panose="02040503050406030204" pitchFamily="18" charset="0"/>
                            </a:rPr>
                          </m:ctrlPr>
                        </m:sSubPr>
                        <m:e>
                          <m:r>
                            <a:rPr lang="zh-TW" altLang="en-US" sz="2800" i="1">
                              <a:solidFill>
                                <a:schemeClr val="bg1"/>
                              </a:solidFill>
                              <a:latin typeface="Cambria Math" panose="02040503050406030204" pitchFamily="18" charset="0"/>
                            </a:rPr>
                            <m:t>𝐹</m:t>
                          </m:r>
                        </m:e>
                        <m:sub>
                          <m:r>
                            <a:rPr lang="zh-TW" altLang="en-US" sz="2800" i="1">
                              <a:solidFill>
                                <a:schemeClr val="bg1"/>
                              </a:solidFill>
                              <a:latin typeface="Cambria Math" panose="02040503050406030204" pitchFamily="18" charset="0"/>
                            </a:rPr>
                            <m:t>𝐴</m:t>
                          </m:r>
                        </m:sub>
                      </m:sSub>
                    </m:oMath>
                  </m:oMathPara>
                </a14:m>
                <a:endParaRPr lang="zh-TW" altLang="en-US" sz="2800" dirty="0">
                  <a:solidFill>
                    <a:schemeClr val="bg1"/>
                  </a:solidFill>
                </a:endParaRPr>
              </a:p>
            </p:txBody>
          </p:sp>
        </mc:Choice>
        <mc:Fallback xmlns="">
          <p:sp>
            <p:nvSpPr>
              <p:cNvPr id="77" name="文本框 76">
                <a:extLst>
                  <a:ext uri="{FF2B5EF4-FFF2-40B4-BE49-F238E27FC236}">
                    <a16:creationId xmlns:a16="http://schemas.microsoft.com/office/drawing/2014/main" id="{1C4A8D48-9BF9-24F6-AE39-4E81E68209D4}"/>
                  </a:ext>
                </a:extLst>
              </p:cNvPr>
              <p:cNvSpPr txBox="1">
                <a:spLocks noRot="1" noChangeAspect="1" noMove="1" noResize="1" noEditPoints="1" noAdjustHandles="1" noChangeArrowheads="1" noChangeShapeType="1" noTextEdit="1"/>
              </p:cNvSpPr>
              <p:nvPr/>
            </p:nvSpPr>
            <p:spPr>
              <a:xfrm>
                <a:off x="13432918" y="7563024"/>
                <a:ext cx="2694644" cy="684033"/>
              </a:xfrm>
              <a:prstGeom prst="rect">
                <a:avLst/>
              </a:prstGeom>
              <a:blipFill>
                <a:blip r:embed="rId34"/>
                <a:stretch>
                  <a:fillRect/>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78" name="文本框 77">
                <a:extLst>
                  <a:ext uri="{FF2B5EF4-FFF2-40B4-BE49-F238E27FC236}">
                    <a16:creationId xmlns:a16="http://schemas.microsoft.com/office/drawing/2014/main" id="{4B622438-EF76-4174-E9D2-D4A0E08C2DE1}"/>
                  </a:ext>
                </a:extLst>
              </p:cNvPr>
              <p:cNvSpPr txBox="1"/>
              <p:nvPr/>
            </p:nvSpPr>
            <p:spPr>
              <a:xfrm>
                <a:off x="13432918" y="9715779"/>
                <a:ext cx="4415368" cy="54899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p>
                        <m:sSupPr>
                          <m:ctrlPr>
                            <a:rPr lang="zh-TW" altLang="zh-TW" sz="2800" i="1" smtClean="0">
                              <a:solidFill>
                                <a:schemeClr val="bg1"/>
                              </a:solidFill>
                              <a:latin typeface="Cambria Math" panose="02040503050406030204" pitchFamily="18" charset="0"/>
                            </a:rPr>
                          </m:ctrlPr>
                        </m:sSupPr>
                        <m:e>
                          <m:r>
                            <a:rPr lang="en-US" altLang="zh-TW" sz="2800" i="1">
                              <a:solidFill>
                                <a:schemeClr val="bg1"/>
                              </a:solidFill>
                              <a:latin typeface="Cambria Math" panose="02040503050406030204" pitchFamily="18" charset="0"/>
                            </a:rPr>
                            <m:t>𝐽</m:t>
                          </m:r>
                        </m:e>
                        <m:sup>
                          <m:r>
                            <a:rPr lang="en-US" altLang="zh-TW" sz="2800" i="1">
                              <a:solidFill>
                                <a:schemeClr val="bg1"/>
                              </a:solidFill>
                              <a:latin typeface="Cambria Math" panose="02040503050406030204" pitchFamily="18" charset="0"/>
                            </a:rPr>
                            <m:t>𝑇</m:t>
                          </m:r>
                        </m:sup>
                      </m:sSup>
                      <m:sSub>
                        <m:sSubPr>
                          <m:ctrlPr>
                            <a:rPr lang="zh-TW" altLang="zh-TW" sz="2800" i="1">
                              <a:solidFill>
                                <a:schemeClr val="bg1"/>
                              </a:solidFill>
                              <a:latin typeface="Cambria Math" panose="02040503050406030204" pitchFamily="18" charset="0"/>
                            </a:rPr>
                          </m:ctrlPr>
                        </m:sSubPr>
                        <m:e>
                          <m:r>
                            <a:rPr lang="en-US" altLang="zh-TW" sz="2800" i="1">
                              <a:solidFill>
                                <a:schemeClr val="bg1"/>
                              </a:solidFill>
                              <a:latin typeface="Cambria Math" panose="02040503050406030204" pitchFamily="18" charset="0"/>
                            </a:rPr>
                            <m:t>𝑓</m:t>
                          </m:r>
                        </m:e>
                        <m:sub>
                          <m:r>
                            <a:rPr lang="en-US" altLang="zh-TW" sz="2800" i="1">
                              <a:solidFill>
                                <a:schemeClr val="bg1"/>
                              </a:solidFill>
                              <a:latin typeface="Cambria Math" panose="02040503050406030204" pitchFamily="18" charset="0"/>
                            </a:rPr>
                            <m:t>𝑐</m:t>
                          </m:r>
                        </m:sub>
                      </m:sSub>
                      <m:r>
                        <a:rPr lang="en-US" altLang="zh-TW" sz="2800" i="1">
                          <a:solidFill>
                            <a:schemeClr val="bg1"/>
                          </a:solidFill>
                          <a:latin typeface="Cambria Math" panose="02040503050406030204" pitchFamily="18" charset="0"/>
                        </a:rPr>
                        <m:t>=</m:t>
                      </m:r>
                      <m:sSubSup>
                        <m:sSubSupPr>
                          <m:ctrlPr>
                            <a:rPr lang="zh-TW" altLang="zh-TW" sz="2800" i="1">
                              <a:solidFill>
                                <a:schemeClr val="bg1"/>
                              </a:solidFill>
                              <a:latin typeface="Cambria Math" panose="02040503050406030204" pitchFamily="18" charset="0"/>
                            </a:rPr>
                          </m:ctrlPr>
                        </m:sSubSupPr>
                        <m:e>
                          <m:r>
                            <a:rPr lang="en-US" altLang="zh-TW" sz="2800" i="1">
                              <a:solidFill>
                                <a:schemeClr val="bg1"/>
                              </a:solidFill>
                              <a:latin typeface="Cambria Math" panose="02040503050406030204" pitchFamily="18" charset="0"/>
                            </a:rPr>
                            <m:t>𝑅</m:t>
                          </m:r>
                        </m:e>
                        <m:sub>
                          <m:r>
                            <a:rPr lang="en-US" altLang="zh-TW" sz="2800" i="1">
                              <a:solidFill>
                                <a:schemeClr val="bg1"/>
                              </a:solidFill>
                              <a:latin typeface="Cambria Math" panose="02040503050406030204" pitchFamily="18" charset="0"/>
                            </a:rPr>
                            <m:t>𝐴</m:t>
                          </m:r>
                        </m:sub>
                        <m:sup>
                          <m:r>
                            <a:rPr lang="en-US" altLang="zh-TW" sz="2800" i="1">
                              <a:solidFill>
                                <a:schemeClr val="bg1"/>
                              </a:solidFill>
                              <a:latin typeface="Cambria Math" panose="02040503050406030204" pitchFamily="18" charset="0"/>
                            </a:rPr>
                            <m:t>𝑇</m:t>
                          </m:r>
                        </m:sup>
                      </m:sSubSup>
                      <m:sSub>
                        <m:sSubPr>
                          <m:ctrlPr>
                            <a:rPr lang="zh-TW" altLang="zh-TW" sz="2800" i="1">
                              <a:solidFill>
                                <a:schemeClr val="bg1"/>
                              </a:solidFill>
                              <a:latin typeface="Cambria Math" panose="02040503050406030204" pitchFamily="18" charset="0"/>
                            </a:rPr>
                          </m:ctrlPr>
                        </m:sSubPr>
                        <m:e>
                          <m:r>
                            <a:rPr lang="en-US" altLang="zh-TW" sz="2800" i="1">
                              <a:solidFill>
                                <a:schemeClr val="bg1"/>
                              </a:solidFill>
                              <a:latin typeface="Cambria Math" panose="02040503050406030204" pitchFamily="18" charset="0"/>
                            </a:rPr>
                            <m:t>𝐹</m:t>
                          </m:r>
                        </m:e>
                        <m:sub>
                          <m:r>
                            <a:rPr lang="en-US" altLang="zh-TW" sz="2800" i="1">
                              <a:solidFill>
                                <a:schemeClr val="bg1"/>
                              </a:solidFill>
                              <a:latin typeface="Cambria Math" panose="02040503050406030204" pitchFamily="18" charset="0"/>
                            </a:rPr>
                            <m:t>𝐴</m:t>
                          </m:r>
                        </m:sub>
                      </m:sSub>
                      <m:r>
                        <a:rPr lang="en-US" altLang="zh-TW" sz="2800" i="1">
                          <a:solidFill>
                            <a:schemeClr val="bg1"/>
                          </a:solidFill>
                          <a:latin typeface="Cambria Math" panose="02040503050406030204" pitchFamily="18" charset="0"/>
                        </a:rPr>
                        <m:t>+</m:t>
                      </m:r>
                      <m:sSubSup>
                        <m:sSubSupPr>
                          <m:ctrlPr>
                            <a:rPr lang="zh-TW" altLang="zh-TW" sz="2800" i="1">
                              <a:solidFill>
                                <a:schemeClr val="bg1"/>
                              </a:solidFill>
                              <a:latin typeface="Cambria Math" panose="02040503050406030204" pitchFamily="18" charset="0"/>
                            </a:rPr>
                          </m:ctrlPr>
                        </m:sSubSupPr>
                        <m:e>
                          <m:r>
                            <a:rPr lang="en-US" altLang="zh-TW" sz="2800" i="1">
                              <a:solidFill>
                                <a:schemeClr val="bg1"/>
                              </a:solidFill>
                              <a:latin typeface="Cambria Math" panose="02040503050406030204" pitchFamily="18" charset="0"/>
                            </a:rPr>
                            <m:t>𝑅</m:t>
                          </m:r>
                        </m:e>
                        <m:sub>
                          <m:r>
                            <a:rPr lang="en-US" altLang="zh-TW" sz="2800" i="1">
                              <a:solidFill>
                                <a:schemeClr val="bg1"/>
                              </a:solidFill>
                              <a:latin typeface="Cambria Math" panose="02040503050406030204" pitchFamily="18" charset="0"/>
                            </a:rPr>
                            <m:t>𝐵</m:t>
                          </m:r>
                        </m:sub>
                        <m:sup>
                          <m:r>
                            <a:rPr lang="en-US" altLang="zh-TW" sz="2800" i="1">
                              <a:solidFill>
                                <a:schemeClr val="bg1"/>
                              </a:solidFill>
                              <a:latin typeface="Cambria Math" panose="02040503050406030204" pitchFamily="18" charset="0"/>
                            </a:rPr>
                            <m:t>𝑇</m:t>
                          </m:r>
                        </m:sup>
                      </m:sSubSup>
                      <m:sSub>
                        <m:sSubPr>
                          <m:ctrlPr>
                            <a:rPr lang="zh-TW" altLang="zh-TW" sz="2800" i="1">
                              <a:solidFill>
                                <a:schemeClr val="bg1"/>
                              </a:solidFill>
                              <a:latin typeface="Cambria Math" panose="02040503050406030204" pitchFamily="18" charset="0"/>
                            </a:rPr>
                          </m:ctrlPr>
                        </m:sSubPr>
                        <m:e>
                          <m:r>
                            <a:rPr lang="en-US" altLang="zh-TW" sz="2800" i="1">
                              <a:solidFill>
                                <a:schemeClr val="bg1"/>
                              </a:solidFill>
                              <a:latin typeface="Cambria Math" panose="02040503050406030204" pitchFamily="18" charset="0"/>
                            </a:rPr>
                            <m:t>𝐹</m:t>
                          </m:r>
                        </m:e>
                        <m:sub>
                          <m:r>
                            <a:rPr lang="en-US" altLang="zh-TW" sz="2800" i="1">
                              <a:solidFill>
                                <a:schemeClr val="bg1"/>
                              </a:solidFill>
                              <a:latin typeface="Cambria Math" panose="02040503050406030204" pitchFamily="18" charset="0"/>
                            </a:rPr>
                            <m:t>𝐵</m:t>
                          </m:r>
                        </m:sub>
                      </m:sSub>
                      <m:r>
                        <a:rPr lang="en-US" altLang="zh-TW" sz="2800" i="1">
                          <a:solidFill>
                            <a:schemeClr val="bg1"/>
                          </a:solidFill>
                          <a:latin typeface="Cambria Math" panose="02040503050406030204" pitchFamily="18" charset="0"/>
                        </a:rPr>
                        <m:t>−</m:t>
                      </m:r>
                      <m:r>
                        <a:rPr lang="en-US" altLang="zh-TW" sz="2800" i="1">
                          <a:solidFill>
                            <a:schemeClr val="bg1"/>
                          </a:solidFill>
                          <a:latin typeface="Cambria Math" panose="02040503050406030204" pitchFamily="18" charset="0"/>
                        </a:rPr>
                        <m:t>𝐸𝑞</m:t>
                      </m:r>
                    </m:oMath>
                  </m:oMathPara>
                </a14:m>
                <a:endParaRPr lang="zh-TW" altLang="en-US" sz="4000" dirty="0">
                  <a:solidFill>
                    <a:schemeClr val="bg1"/>
                  </a:solidFill>
                </a:endParaRPr>
              </a:p>
            </p:txBody>
          </p:sp>
        </mc:Choice>
        <mc:Fallback>
          <p:sp>
            <p:nvSpPr>
              <p:cNvPr id="78" name="文本框 77">
                <a:extLst>
                  <a:ext uri="{FF2B5EF4-FFF2-40B4-BE49-F238E27FC236}">
                    <a16:creationId xmlns:a16="http://schemas.microsoft.com/office/drawing/2014/main" id="{4B622438-EF76-4174-E9D2-D4A0E08C2DE1}"/>
                  </a:ext>
                </a:extLst>
              </p:cNvPr>
              <p:cNvSpPr txBox="1">
                <a:spLocks noRot="1" noChangeAspect="1" noMove="1" noResize="1" noEditPoints="1" noAdjustHandles="1" noChangeArrowheads="1" noChangeShapeType="1" noTextEdit="1"/>
              </p:cNvSpPr>
              <p:nvPr/>
            </p:nvSpPr>
            <p:spPr>
              <a:xfrm>
                <a:off x="13432918" y="9715779"/>
                <a:ext cx="4415368" cy="548996"/>
              </a:xfrm>
              <a:prstGeom prst="rect">
                <a:avLst/>
              </a:prstGeom>
              <a:blipFill>
                <a:blip r:embed="rId35"/>
                <a:stretch>
                  <a:fillRect/>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79" name="文本框 78">
                <a:extLst>
                  <a:ext uri="{FF2B5EF4-FFF2-40B4-BE49-F238E27FC236}">
                    <a16:creationId xmlns:a16="http://schemas.microsoft.com/office/drawing/2014/main" id="{515D15FB-ED0A-8420-FA82-872C5C0C7ED7}"/>
                  </a:ext>
                </a:extLst>
              </p:cNvPr>
              <p:cNvSpPr txBox="1"/>
              <p:nvPr/>
            </p:nvSpPr>
            <p:spPr>
              <a:xfrm>
                <a:off x="13432918" y="8386857"/>
                <a:ext cx="4193192" cy="120597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zh-TW" altLang="en-US" sz="2800" i="1" smtClean="0">
                              <a:solidFill>
                                <a:schemeClr val="bg1"/>
                              </a:solidFill>
                              <a:latin typeface="Cambria Math" panose="02040503050406030204" pitchFamily="18" charset="0"/>
                            </a:rPr>
                          </m:ctrlPr>
                        </m:sSubSupPr>
                        <m:e>
                          <m:r>
                            <a:rPr lang="zh-TW" altLang="en-US" sz="2800" i="1">
                              <a:solidFill>
                                <a:schemeClr val="bg1"/>
                              </a:solidFill>
                              <a:latin typeface="Cambria Math" panose="02040503050406030204" pitchFamily="18" charset="0"/>
                            </a:rPr>
                            <m:t>𝛼</m:t>
                          </m:r>
                        </m:e>
                        <m:sub>
                          <m:r>
                            <a:rPr lang="zh-TW" altLang="en-US" sz="2800" i="1">
                              <a:solidFill>
                                <a:schemeClr val="bg1"/>
                              </a:solidFill>
                              <a:latin typeface="Cambria Math" panose="02040503050406030204" pitchFamily="18" charset="0"/>
                            </a:rPr>
                            <m:t>𝑗</m:t>
                          </m:r>
                        </m:sub>
                        <m:sup>
                          <m:d>
                            <m:dPr>
                              <m:ctrlPr>
                                <a:rPr lang="zh-TW" altLang="en-US" sz="2800" i="1">
                                  <a:solidFill>
                                    <a:schemeClr val="bg1"/>
                                  </a:solidFill>
                                  <a:latin typeface="Cambria Math" panose="02040503050406030204" pitchFamily="18" charset="0"/>
                                </a:rPr>
                              </m:ctrlPr>
                            </m:dPr>
                            <m:e>
                              <m:r>
                                <a:rPr lang="zh-TW" altLang="en-US" sz="2800" i="1">
                                  <a:solidFill>
                                    <a:schemeClr val="bg1"/>
                                  </a:solidFill>
                                  <a:latin typeface="Cambria Math" panose="02040503050406030204" pitchFamily="18" charset="0"/>
                                </a:rPr>
                                <m:t>𝐴</m:t>
                              </m:r>
                            </m:e>
                          </m:d>
                        </m:sup>
                      </m:sSubSup>
                      <m:r>
                        <a:rPr lang="zh-TW" altLang="en-US" sz="2800" i="0">
                          <a:solidFill>
                            <a:schemeClr val="bg1"/>
                          </a:solidFill>
                          <a:latin typeface="Cambria Math" panose="02040503050406030204" pitchFamily="18" charset="0"/>
                        </a:rPr>
                        <m:t>=</m:t>
                      </m:r>
                      <m:func>
                        <m:funcPr>
                          <m:ctrlPr>
                            <a:rPr lang="zh-TW" altLang="en-US" sz="2800" i="1">
                              <a:solidFill>
                                <a:schemeClr val="bg1"/>
                              </a:solidFill>
                              <a:latin typeface="Cambria Math" panose="02040503050406030204" pitchFamily="18" charset="0"/>
                            </a:rPr>
                          </m:ctrlPr>
                        </m:funcPr>
                        <m:fName>
                          <m:r>
                            <m:rPr>
                              <m:sty m:val="p"/>
                            </m:rPr>
                            <a:rPr lang="zh-TW" altLang="en-US" sz="2800" i="0">
                              <a:solidFill>
                                <a:schemeClr val="bg1"/>
                              </a:solidFill>
                              <a:latin typeface="Cambria Math" panose="02040503050406030204" pitchFamily="18" charset="0"/>
                            </a:rPr>
                            <m:t>exp</m:t>
                          </m:r>
                        </m:fName>
                        <m:e>
                          <m:d>
                            <m:dPr>
                              <m:ctrlPr>
                                <a:rPr lang="zh-TW" altLang="en-US" sz="2800" i="1" smtClean="0">
                                  <a:solidFill>
                                    <a:schemeClr val="bg1"/>
                                  </a:solidFill>
                                  <a:latin typeface="Cambria Math" panose="02040503050406030204" pitchFamily="18" charset="0"/>
                                </a:rPr>
                              </m:ctrlPr>
                            </m:dPr>
                            <m:e>
                              <m:r>
                                <a:rPr lang="zh-TW" altLang="en-US" sz="2800" i="0">
                                  <a:solidFill>
                                    <a:schemeClr val="bg1"/>
                                  </a:solidFill>
                                  <a:latin typeface="Cambria Math" panose="02040503050406030204" pitchFamily="18" charset="0"/>
                                </a:rPr>
                                <m:t>−</m:t>
                              </m:r>
                              <m:nary>
                                <m:naryPr>
                                  <m:chr m:val="∑"/>
                                  <m:limLoc m:val="undOvr"/>
                                  <m:supHide m:val="on"/>
                                  <m:ctrlPr>
                                    <a:rPr lang="zh-TW" altLang="en-US" sz="2800" i="1">
                                      <a:solidFill>
                                        <a:schemeClr val="bg1"/>
                                      </a:solidFill>
                                      <a:latin typeface="Cambria Math" panose="02040503050406030204" pitchFamily="18" charset="0"/>
                                    </a:rPr>
                                  </m:ctrlPr>
                                </m:naryPr>
                                <m:sub>
                                  <m:r>
                                    <a:rPr lang="zh-TW" altLang="en-US" sz="2800" i="1">
                                      <a:solidFill>
                                        <a:schemeClr val="bg1"/>
                                      </a:solidFill>
                                      <a:latin typeface="Cambria Math" panose="02040503050406030204" pitchFamily="18" charset="0"/>
                                    </a:rPr>
                                    <m:t>𝑘</m:t>
                                  </m:r>
                                  <m:r>
                                    <a:rPr lang="zh-TW" altLang="en-US" sz="2800" i="0">
                                      <a:solidFill>
                                        <a:schemeClr val="bg1"/>
                                      </a:solidFill>
                                      <a:latin typeface="Cambria Math" panose="02040503050406030204" pitchFamily="18" charset="0"/>
                                    </a:rPr>
                                    <m:t>∈</m:t>
                                  </m:r>
                                  <m:sSub>
                                    <m:sSubPr>
                                      <m:ctrlPr>
                                        <a:rPr lang="zh-TW" altLang="en-US" sz="2800" i="1">
                                          <a:solidFill>
                                            <a:schemeClr val="bg1"/>
                                          </a:solidFill>
                                          <a:latin typeface="Cambria Math" panose="02040503050406030204" pitchFamily="18" charset="0"/>
                                        </a:rPr>
                                      </m:ctrlPr>
                                    </m:sSubPr>
                                    <m:e>
                                      <m:r>
                                        <a:rPr lang="zh-TW" altLang="en-US" sz="2800" i="1">
                                          <a:solidFill>
                                            <a:schemeClr val="bg1"/>
                                          </a:solidFill>
                                          <a:latin typeface="Cambria Math" panose="02040503050406030204" pitchFamily="18" charset="0"/>
                                        </a:rPr>
                                        <m:t>𝑃</m:t>
                                      </m:r>
                                    </m:e>
                                    <m:sub>
                                      <m:r>
                                        <a:rPr lang="zh-TW" altLang="en-US" sz="2800" i="1">
                                          <a:solidFill>
                                            <a:schemeClr val="bg1"/>
                                          </a:solidFill>
                                          <a:latin typeface="Cambria Math" panose="02040503050406030204" pitchFamily="18" charset="0"/>
                                        </a:rPr>
                                        <m:t>𝐴</m:t>
                                      </m:r>
                                    </m:sub>
                                  </m:sSub>
                                  <m:d>
                                    <m:dPr>
                                      <m:ctrlPr>
                                        <a:rPr lang="zh-TW" altLang="en-US" sz="2800" i="1">
                                          <a:solidFill>
                                            <a:schemeClr val="bg1"/>
                                          </a:solidFill>
                                          <a:latin typeface="Cambria Math" panose="02040503050406030204" pitchFamily="18" charset="0"/>
                                        </a:rPr>
                                      </m:ctrlPr>
                                    </m:dPr>
                                    <m:e>
                                      <m:r>
                                        <a:rPr lang="zh-TW" altLang="en-US" sz="2800" i="1">
                                          <a:solidFill>
                                            <a:schemeClr val="bg1"/>
                                          </a:solidFill>
                                          <a:latin typeface="Cambria Math" panose="02040503050406030204" pitchFamily="18" charset="0"/>
                                        </a:rPr>
                                        <m:t>𝑗</m:t>
                                      </m:r>
                                    </m:e>
                                  </m:d>
                                </m:sub>
                                <m:sup/>
                                <m:e>
                                  <m:sSub>
                                    <m:sSubPr>
                                      <m:ctrlPr>
                                        <a:rPr lang="zh-TW" altLang="en-US" sz="2800" i="1">
                                          <a:solidFill>
                                            <a:schemeClr val="bg1"/>
                                          </a:solidFill>
                                          <a:latin typeface="Cambria Math" panose="02040503050406030204" pitchFamily="18" charset="0"/>
                                        </a:rPr>
                                      </m:ctrlPr>
                                    </m:sSubPr>
                                    <m:e>
                                      <m:r>
                                        <a:rPr lang="zh-TW" altLang="en-US" sz="2800" i="1">
                                          <a:solidFill>
                                            <a:schemeClr val="bg1"/>
                                          </a:solidFill>
                                          <a:latin typeface="Cambria Math" panose="02040503050406030204" pitchFamily="18" charset="0"/>
                                        </a:rPr>
                                        <m:t>𝛽</m:t>
                                      </m:r>
                                    </m:e>
                                    <m:sub>
                                      <m:r>
                                        <a:rPr lang="zh-TW" altLang="en-US" sz="2800" i="1">
                                          <a:solidFill>
                                            <a:schemeClr val="bg1"/>
                                          </a:solidFill>
                                          <a:latin typeface="Cambria Math" panose="02040503050406030204" pitchFamily="18" charset="0"/>
                                        </a:rPr>
                                        <m:t>𝑘</m:t>
                                      </m:r>
                                    </m:sub>
                                  </m:sSub>
                                </m:e>
                              </m:nary>
                            </m:e>
                          </m:d>
                        </m:e>
                      </m:func>
                    </m:oMath>
                  </m:oMathPara>
                </a14:m>
                <a:endParaRPr lang="zh-TW" altLang="en-US" sz="2800" dirty="0">
                  <a:solidFill>
                    <a:schemeClr val="bg1"/>
                  </a:solidFill>
                </a:endParaRPr>
              </a:p>
            </p:txBody>
          </p:sp>
        </mc:Choice>
        <mc:Fallback>
          <p:sp>
            <p:nvSpPr>
              <p:cNvPr id="79" name="文本框 78">
                <a:extLst>
                  <a:ext uri="{FF2B5EF4-FFF2-40B4-BE49-F238E27FC236}">
                    <a16:creationId xmlns:a16="http://schemas.microsoft.com/office/drawing/2014/main" id="{515D15FB-ED0A-8420-FA82-872C5C0C7ED7}"/>
                  </a:ext>
                </a:extLst>
              </p:cNvPr>
              <p:cNvSpPr txBox="1">
                <a:spLocks noRot="1" noChangeAspect="1" noMove="1" noResize="1" noEditPoints="1" noAdjustHandles="1" noChangeArrowheads="1" noChangeShapeType="1" noTextEdit="1"/>
              </p:cNvSpPr>
              <p:nvPr/>
            </p:nvSpPr>
            <p:spPr>
              <a:xfrm>
                <a:off x="13432918" y="8386857"/>
                <a:ext cx="4193192" cy="1205971"/>
              </a:xfrm>
              <a:prstGeom prst="rect">
                <a:avLst/>
              </a:prstGeom>
              <a:blipFill>
                <a:blip r:embed="rId36"/>
                <a:stretch>
                  <a:fillRect/>
                </a:stretch>
              </a:blipFill>
            </p:spPr>
            <p:txBody>
              <a:bodyPr/>
              <a:lstStyle/>
              <a:p>
                <a:r>
                  <a:rPr lang="zh-TW" altLang="en-US">
                    <a:noFill/>
                  </a:rPr>
                  <a:t> </a:t>
                </a:r>
              </a:p>
            </p:txBody>
          </p:sp>
        </mc:Fallback>
      </mc:AlternateContent>
      <p:sp>
        <p:nvSpPr>
          <p:cNvPr id="80" name="文本框 79">
            <a:extLst>
              <a:ext uri="{FF2B5EF4-FFF2-40B4-BE49-F238E27FC236}">
                <a16:creationId xmlns:a16="http://schemas.microsoft.com/office/drawing/2014/main" id="{258C41F6-77C5-8072-B8BA-D2B2FDD75E62}"/>
              </a:ext>
            </a:extLst>
          </p:cNvPr>
          <p:cNvSpPr txBox="1"/>
          <p:nvPr/>
        </p:nvSpPr>
        <p:spPr>
          <a:xfrm>
            <a:off x="19076987" y="10406616"/>
            <a:ext cx="5907550" cy="400110"/>
          </a:xfrm>
          <a:prstGeom prst="rect">
            <a:avLst/>
          </a:prstGeom>
          <a:noFill/>
        </p:spPr>
        <p:txBody>
          <a:bodyPr wrap="square" rtlCol="0">
            <a:spAutoFit/>
          </a:bodyPr>
          <a:lstStyle>
            <a:defPPr>
              <a:defRPr lang="en-US"/>
            </a:defPPr>
            <a:lvl1pPr algn="ctr">
              <a:defRPr sz="2000">
                <a:solidFill>
                  <a:schemeClr val="bg1"/>
                </a:solidFill>
                <a:latin typeface="Malgun Gothic" panose="020B0503020000020004" pitchFamily="34" charset="-127"/>
                <a:ea typeface="Malgun Gothic" panose="020B0503020000020004" pitchFamily="34" charset="-127"/>
              </a:defRPr>
            </a:lvl1pPr>
          </a:lstStyle>
          <a:p>
            <a:r>
              <a:rPr lang="en-US" altLang="zh-CN" dirty="0"/>
              <a:t>a two-ended closed-loop tendon driven hand</a:t>
            </a:r>
            <a:endParaRPr lang="zh-CN" altLang="en-US" dirty="0"/>
          </a:p>
        </p:txBody>
      </p:sp>
      <p:grpSp>
        <p:nvGrpSpPr>
          <p:cNvPr id="82" name="组合 81">
            <a:extLst>
              <a:ext uri="{FF2B5EF4-FFF2-40B4-BE49-F238E27FC236}">
                <a16:creationId xmlns:a16="http://schemas.microsoft.com/office/drawing/2014/main" id="{62ADBF49-E586-8DDB-6B1C-63ACD5A35760}"/>
              </a:ext>
            </a:extLst>
          </p:cNvPr>
          <p:cNvGrpSpPr/>
          <p:nvPr/>
        </p:nvGrpSpPr>
        <p:grpSpPr>
          <a:xfrm>
            <a:off x="14059086" y="27077935"/>
            <a:ext cx="9589901" cy="9021411"/>
            <a:chOff x="1742720" y="0"/>
            <a:chExt cx="7449355" cy="7007756"/>
          </a:xfrm>
        </p:grpSpPr>
        <p:grpSp>
          <p:nvGrpSpPr>
            <p:cNvPr id="83" name="组合 82">
              <a:extLst>
                <a:ext uri="{FF2B5EF4-FFF2-40B4-BE49-F238E27FC236}">
                  <a16:creationId xmlns:a16="http://schemas.microsoft.com/office/drawing/2014/main" id="{499ACC6B-DD05-95BA-8B4F-D7E9A8FFA129}"/>
                </a:ext>
              </a:extLst>
            </p:cNvPr>
            <p:cNvGrpSpPr/>
            <p:nvPr/>
          </p:nvGrpSpPr>
          <p:grpSpPr>
            <a:xfrm>
              <a:off x="2658511" y="128098"/>
              <a:ext cx="5637196" cy="6236937"/>
              <a:chOff x="6096000" y="852675"/>
              <a:chExt cx="4950272" cy="5476931"/>
            </a:xfrm>
          </p:grpSpPr>
          <p:pic>
            <p:nvPicPr>
              <p:cNvPr id="97" name="图片 96">
                <a:extLst>
                  <a:ext uri="{FF2B5EF4-FFF2-40B4-BE49-F238E27FC236}">
                    <a16:creationId xmlns:a16="http://schemas.microsoft.com/office/drawing/2014/main" id="{5BFB85A8-5BB4-FF56-B39D-2C252402E76F}"/>
                  </a:ext>
                </a:extLst>
              </p:cNvPr>
              <p:cNvPicPr>
                <a:picLocks noChangeAspect="1"/>
              </p:cNvPicPr>
              <p:nvPr/>
            </p:nvPicPr>
            <p:blipFill>
              <a:blip r:embed="rId37"/>
              <a:srcRect l="29209" t="19451" r="28321" b="15419"/>
              <a:stretch>
                <a:fillRect/>
              </a:stretch>
            </p:blipFill>
            <p:spPr>
              <a:xfrm>
                <a:off x="9809377" y="5215382"/>
                <a:ext cx="1236895" cy="1112659"/>
              </a:xfrm>
              <a:custGeom>
                <a:avLst/>
                <a:gdLst>
                  <a:gd name="connsiteX0" fmla="*/ 0 w 4965367"/>
                  <a:gd name="connsiteY0" fmla="*/ 0 h 4466637"/>
                  <a:gd name="connsiteX1" fmla="*/ 4965367 w 4965367"/>
                  <a:gd name="connsiteY1" fmla="*/ 0 h 4466637"/>
                  <a:gd name="connsiteX2" fmla="*/ 4965367 w 4965367"/>
                  <a:gd name="connsiteY2" fmla="*/ 4466637 h 4466637"/>
                  <a:gd name="connsiteX3" fmla="*/ 0 w 4965367"/>
                  <a:gd name="connsiteY3" fmla="*/ 4466637 h 4466637"/>
                </a:gdLst>
                <a:ahLst/>
                <a:cxnLst>
                  <a:cxn ang="0">
                    <a:pos x="connsiteX0" y="connsiteY0"/>
                  </a:cxn>
                  <a:cxn ang="0">
                    <a:pos x="connsiteX1" y="connsiteY1"/>
                  </a:cxn>
                  <a:cxn ang="0">
                    <a:pos x="connsiteX2" y="connsiteY2"/>
                  </a:cxn>
                  <a:cxn ang="0">
                    <a:pos x="connsiteX3" y="connsiteY3"/>
                  </a:cxn>
                </a:cxnLst>
                <a:rect l="l" t="t" r="r" b="b"/>
                <a:pathLst>
                  <a:path w="4965367" h="4466637">
                    <a:moveTo>
                      <a:pt x="0" y="0"/>
                    </a:moveTo>
                    <a:lnTo>
                      <a:pt x="4965367" y="0"/>
                    </a:lnTo>
                    <a:lnTo>
                      <a:pt x="4965367" y="4466637"/>
                    </a:lnTo>
                    <a:lnTo>
                      <a:pt x="0" y="4466637"/>
                    </a:lnTo>
                    <a:close/>
                  </a:path>
                </a:pathLst>
              </a:custGeom>
            </p:spPr>
          </p:pic>
          <p:pic>
            <p:nvPicPr>
              <p:cNvPr id="98" name="图片 97">
                <a:extLst>
                  <a:ext uri="{FF2B5EF4-FFF2-40B4-BE49-F238E27FC236}">
                    <a16:creationId xmlns:a16="http://schemas.microsoft.com/office/drawing/2014/main" id="{8EAE09B7-573D-187D-F0B2-FEE18F96808C}"/>
                  </a:ext>
                </a:extLst>
              </p:cNvPr>
              <p:cNvPicPr>
                <a:picLocks noChangeAspect="1"/>
              </p:cNvPicPr>
              <p:nvPr/>
            </p:nvPicPr>
            <p:blipFill>
              <a:blip r:embed="rId38"/>
              <a:srcRect l="29209" t="19451" r="28321" b="15419"/>
              <a:stretch>
                <a:fillRect/>
              </a:stretch>
            </p:blipFill>
            <p:spPr>
              <a:xfrm>
                <a:off x="9809377" y="4124705"/>
                <a:ext cx="1236895" cy="1112659"/>
              </a:xfrm>
              <a:custGeom>
                <a:avLst/>
                <a:gdLst>
                  <a:gd name="connsiteX0" fmla="*/ 0 w 4965367"/>
                  <a:gd name="connsiteY0" fmla="*/ 0 h 4466637"/>
                  <a:gd name="connsiteX1" fmla="*/ 4965367 w 4965367"/>
                  <a:gd name="connsiteY1" fmla="*/ 0 h 4466637"/>
                  <a:gd name="connsiteX2" fmla="*/ 4965367 w 4965367"/>
                  <a:gd name="connsiteY2" fmla="*/ 4466637 h 4466637"/>
                  <a:gd name="connsiteX3" fmla="*/ 0 w 4965367"/>
                  <a:gd name="connsiteY3" fmla="*/ 4466637 h 4466637"/>
                </a:gdLst>
                <a:ahLst/>
                <a:cxnLst>
                  <a:cxn ang="0">
                    <a:pos x="connsiteX0" y="connsiteY0"/>
                  </a:cxn>
                  <a:cxn ang="0">
                    <a:pos x="connsiteX1" y="connsiteY1"/>
                  </a:cxn>
                  <a:cxn ang="0">
                    <a:pos x="connsiteX2" y="connsiteY2"/>
                  </a:cxn>
                  <a:cxn ang="0">
                    <a:pos x="connsiteX3" y="connsiteY3"/>
                  </a:cxn>
                </a:cxnLst>
                <a:rect l="l" t="t" r="r" b="b"/>
                <a:pathLst>
                  <a:path w="4965367" h="4466637">
                    <a:moveTo>
                      <a:pt x="0" y="0"/>
                    </a:moveTo>
                    <a:lnTo>
                      <a:pt x="4965367" y="0"/>
                    </a:lnTo>
                    <a:lnTo>
                      <a:pt x="4965367" y="4466637"/>
                    </a:lnTo>
                    <a:lnTo>
                      <a:pt x="0" y="4466637"/>
                    </a:lnTo>
                    <a:close/>
                  </a:path>
                </a:pathLst>
              </a:custGeom>
            </p:spPr>
          </p:pic>
          <p:pic>
            <p:nvPicPr>
              <p:cNvPr id="99" name="图片 98">
                <a:extLst>
                  <a:ext uri="{FF2B5EF4-FFF2-40B4-BE49-F238E27FC236}">
                    <a16:creationId xmlns:a16="http://schemas.microsoft.com/office/drawing/2014/main" id="{929860DE-5D54-2CA9-D2EE-FF05AB39341F}"/>
                  </a:ext>
                </a:extLst>
              </p:cNvPr>
              <p:cNvPicPr>
                <a:picLocks noChangeAspect="1"/>
              </p:cNvPicPr>
              <p:nvPr/>
            </p:nvPicPr>
            <p:blipFill>
              <a:blip r:embed="rId39"/>
              <a:srcRect l="29209" t="19451" r="28321" b="15419"/>
              <a:stretch>
                <a:fillRect/>
              </a:stretch>
            </p:blipFill>
            <p:spPr>
              <a:xfrm>
                <a:off x="9809377" y="3034029"/>
                <a:ext cx="1236895" cy="1112659"/>
              </a:xfrm>
              <a:custGeom>
                <a:avLst/>
                <a:gdLst>
                  <a:gd name="connsiteX0" fmla="*/ 0 w 4965367"/>
                  <a:gd name="connsiteY0" fmla="*/ 0 h 4466637"/>
                  <a:gd name="connsiteX1" fmla="*/ 4965367 w 4965367"/>
                  <a:gd name="connsiteY1" fmla="*/ 0 h 4466637"/>
                  <a:gd name="connsiteX2" fmla="*/ 4965367 w 4965367"/>
                  <a:gd name="connsiteY2" fmla="*/ 4466637 h 4466637"/>
                  <a:gd name="connsiteX3" fmla="*/ 0 w 4965367"/>
                  <a:gd name="connsiteY3" fmla="*/ 4466637 h 4466637"/>
                </a:gdLst>
                <a:ahLst/>
                <a:cxnLst>
                  <a:cxn ang="0">
                    <a:pos x="connsiteX0" y="connsiteY0"/>
                  </a:cxn>
                  <a:cxn ang="0">
                    <a:pos x="connsiteX1" y="connsiteY1"/>
                  </a:cxn>
                  <a:cxn ang="0">
                    <a:pos x="connsiteX2" y="connsiteY2"/>
                  </a:cxn>
                  <a:cxn ang="0">
                    <a:pos x="connsiteX3" y="connsiteY3"/>
                  </a:cxn>
                </a:cxnLst>
                <a:rect l="l" t="t" r="r" b="b"/>
                <a:pathLst>
                  <a:path w="4965367" h="4466637">
                    <a:moveTo>
                      <a:pt x="0" y="0"/>
                    </a:moveTo>
                    <a:lnTo>
                      <a:pt x="4965367" y="0"/>
                    </a:lnTo>
                    <a:lnTo>
                      <a:pt x="4965367" y="4466637"/>
                    </a:lnTo>
                    <a:lnTo>
                      <a:pt x="0" y="4466637"/>
                    </a:lnTo>
                    <a:close/>
                  </a:path>
                </a:pathLst>
              </a:custGeom>
            </p:spPr>
          </p:pic>
          <p:pic>
            <p:nvPicPr>
              <p:cNvPr id="100" name="图片 99">
                <a:extLst>
                  <a:ext uri="{FF2B5EF4-FFF2-40B4-BE49-F238E27FC236}">
                    <a16:creationId xmlns:a16="http://schemas.microsoft.com/office/drawing/2014/main" id="{145C2AC1-3B02-4337-16BD-5489DD67B386}"/>
                  </a:ext>
                </a:extLst>
              </p:cNvPr>
              <p:cNvPicPr>
                <a:picLocks noChangeAspect="1"/>
              </p:cNvPicPr>
              <p:nvPr/>
            </p:nvPicPr>
            <p:blipFill>
              <a:blip r:embed="rId40"/>
              <a:srcRect l="29209" t="19451" r="28321" b="15419"/>
              <a:stretch>
                <a:fillRect/>
              </a:stretch>
            </p:blipFill>
            <p:spPr>
              <a:xfrm>
                <a:off x="9809377" y="1943353"/>
                <a:ext cx="1236895" cy="1112659"/>
              </a:xfrm>
              <a:custGeom>
                <a:avLst/>
                <a:gdLst>
                  <a:gd name="connsiteX0" fmla="*/ 0 w 4965367"/>
                  <a:gd name="connsiteY0" fmla="*/ 0 h 4466637"/>
                  <a:gd name="connsiteX1" fmla="*/ 4965367 w 4965367"/>
                  <a:gd name="connsiteY1" fmla="*/ 0 h 4466637"/>
                  <a:gd name="connsiteX2" fmla="*/ 4965367 w 4965367"/>
                  <a:gd name="connsiteY2" fmla="*/ 4466637 h 4466637"/>
                  <a:gd name="connsiteX3" fmla="*/ 0 w 4965367"/>
                  <a:gd name="connsiteY3" fmla="*/ 4466637 h 4466637"/>
                </a:gdLst>
                <a:ahLst/>
                <a:cxnLst>
                  <a:cxn ang="0">
                    <a:pos x="connsiteX0" y="connsiteY0"/>
                  </a:cxn>
                  <a:cxn ang="0">
                    <a:pos x="connsiteX1" y="connsiteY1"/>
                  </a:cxn>
                  <a:cxn ang="0">
                    <a:pos x="connsiteX2" y="connsiteY2"/>
                  </a:cxn>
                  <a:cxn ang="0">
                    <a:pos x="connsiteX3" y="connsiteY3"/>
                  </a:cxn>
                </a:cxnLst>
                <a:rect l="l" t="t" r="r" b="b"/>
                <a:pathLst>
                  <a:path w="4965367" h="4466637">
                    <a:moveTo>
                      <a:pt x="0" y="0"/>
                    </a:moveTo>
                    <a:lnTo>
                      <a:pt x="4965367" y="0"/>
                    </a:lnTo>
                    <a:lnTo>
                      <a:pt x="4965367" y="4466637"/>
                    </a:lnTo>
                    <a:lnTo>
                      <a:pt x="0" y="4466637"/>
                    </a:lnTo>
                    <a:close/>
                  </a:path>
                </a:pathLst>
              </a:custGeom>
            </p:spPr>
          </p:pic>
          <p:pic>
            <p:nvPicPr>
              <p:cNvPr id="101" name="图片 100">
                <a:extLst>
                  <a:ext uri="{FF2B5EF4-FFF2-40B4-BE49-F238E27FC236}">
                    <a16:creationId xmlns:a16="http://schemas.microsoft.com/office/drawing/2014/main" id="{F2778CD1-FC22-15D8-757F-93D9BB7FCA04}"/>
                  </a:ext>
                </a:extLst>
              </p:cNvPr>
              <p:cNvPicPr>
                <a:picLocks noChangeAspect="1"/>
              </p:cNvPicPr>
              <p:nvPr/>
            </p:nvPicPr>
            <p:blipFill>
              <a:blip r:embed="rId41"/>
              <a:srcRect l="29209" t="19451" r="28321" b="15419"/>
              <a:stretch>
                <a:fillRect/>
              </a:stretch>
            </p:blipFill>
            <p:spPr>
              <a:xfrm>
                <a:off x="9809377" y="852677"/>
                <a:ext cx="1236895" cy="1112659"/>
              </a:xfrm>
              <a:custGeom>
                <a:avLst/>
                <a:gdLst>
                  <a:gd name="connsiteX0" fmla="*/ 0 w 4965367"/>
                  <a:gd name="connsiteY0" fmla="*/ 0 h 4466637"/>
                  <a:gd name="connsiteX1" fmla="*/ 4965367 w 4965367"/>
                  <a:gd name="connsiteY1" fmla="*/ 0 h 4466637"/>
                  <a:gd name="connsiteX2" fmla="*/ 4965367 w 4965367"/>
                  <a:gd name="connsiteY2" fmla="*/ 4466637 h 4466637"/>
                  <a:gd name="connsiteX3" fmla="*/ 0 w 4965367"/>
                  <a:gd name="connsiteY3" fmla="*/ 4466637 h 4466637"/>
                </a:gdLst>
                <a:ahLst/>
                <a:cxnLst>
                  <a:cxn ang="0">
                    <a:pos x="connsiteX0" y="connsiteY0"/>
                  </a:cxn>
                  <a:cxn ang="0">
                    <a:pos x="connsiteX1" y="connsiteY1"/>
                  </a:cxn>
                  <a:cxn ang="0">
                    <a:pos x="connsiteX2" y="connsiteY2"/>
                  </a:cxn>
                  <a:cxn ang="0">
                    <a:pos x="connsiteX3" y="connsiteY3"/>
                  </a:cxn>
                </a:cxnLst>
                <a:rect l="l" t="t" r="r" b="b"/>
                <a:pathLst>
                  <a:path w="4965367" h="4466637">
                    <a:moveTo>
                      <a:pt x="0" y="0"/>
                    </a:moveTo>
                    <a:lnTo>
                      <a:pt x="4965367" y="0"/>
                    </a:lnTo>
                    <a:lnTo>
                      <a:pt x="4965367" y="4466637"/>
                    </a:lnTo>
                    <a:lnTo>
                      <a:pt x="0" y="4466637"/>
                    </a:lnTo>
                    <a:close/>
                  </a:path>
                </a:pathLst>
              </a:custGeom>
            </p:spPr>
          </p:pic>
          <p:pic>
            <p:nvPicPr>
              <p:cNvPr id="102" name="图片 101">
                <a:extLst>
                  <a:ext uri="{FF2B5EF4-FFF2-40B4-BE49-F238E27FC236}">
                    <a16:creationId xmlns:a16="http://schemas.microsoft.com/office/drawing/2014/main" id="{0F07D042-22A0-3974-70E3-C8FADFAB495F}"/>
                  </a:ext>
                </a:extLst>
              </p:cNvPr>
              <p:cNvPicPr>
                <a:picLocks noChangeAspect="1"/>
              </p:cNvPicPr>
              <p:nvPr/>
            </p:nvPicPr>
            <p:blipFill>
              <a:blip r:embed="rId42"/>
              <a:srcRect l="29209" t="19451" r="28321" b="15419"/>
              <a:stretch>
                <a:fillRect/>
              </a:stretch>
            </p:blipFill>
            <p:spPr>
              <a:xfrm>
                <a:off x="8572482" y="852677"/>
                <a:ext cx="1236895" cy="1112659"/>
              </a:xfrm>
              <a:custGeom>
                <a:avLst/>
                <a:gdLst>
                  <a:gd name="connsiteX0" fmla="*/ 0 w 4965367"/>
                  <a:gd name="connsiteY0" fmla="*/ 0 h 4466637"/>
                  <a:gd name="connsiteX1" fmla="*/ 4965367 w 4965367"/>
                  <a:gd name="connsiteY1" fmla="*/ 0 h 4466637"/>
                  <a:gd name="connsiteX2" fmla="*/ 4965367 w 4965367"/>
                  <a:gd name="connsiteY2" fmla="*/ 4466637 h 4466637"/>
                  <a:gd name="connsiteX3" fmla="*/ 0 w 4965367"/>
                  <a:gd name="connsiteY3" fmla="*/ 4466637 h 4466637"/>
                </a:gdLst>
                <a:ahLst/>
                <a:cxnLst>
                  <a:cxn ang="0">
                    <a:pos x="connsiteX0" y="connsiteY0"/>
                  </a:cxn>
                  <a:cxn ang="0">
                    <a:pos x="connsiteX1" y="connsiteY1"/>
                  </a:cxn>
                  <a:cxn ang="0">
                    <a:pos x="connsiteX2" y="connsiteY2"/>
                  </a:cxn>
                  <a:cxn ang="0">
                    <a:pos x="connsiteX3" y="connsiteY3"/>
                  </a:cxn>
                </a:cxnLst>
                <a:rect l="l" t="t" r="r" b="b"/>
                <a:pathLst>
                  <a:path w="4965367" h="4466637">
                    <a:moveTo>
                      <a:pt x="0" y="0"/>
                    </a:moveTo>
                    <a:lnTo>
                      <a:pt x="4965367" y="0"/>
                    </a:lnTo>
                    <a:lnTo>
                      <a:pt x="4965367" y="4466637"/>
                    </a:lnTo>
                    <a:lnTo>
                      <a:pt x="0" y="4466637"/>
                    </a:lnTo>
                    <a:close/>
                  </a:path>
                </a:pathLst>
              </a:custGeom>
            </p:spPr>
          </p:pic>
          <p:pic>
            <p:nvPicPr>
              <p:cNvPr id="103" name="图片 102">
                <a:extLst>
                  <a:ext uri="{FF2B5EF4-FFF2-40B4-BE49-F238E27FC236}">
                    <a16:creationId xmlns:a16="http://schemas.microsoft.com/office/drawing/2014/main" id="{DC4843F7-6765-FEF6-6892-333461D2A3AA}"/>
                  </a:ext>
                </a:extLst>
              </p:cNvPr>
              <p:cNvPicPr>
                <a:picLocks noChangeAspect="1"/>
              </p:cNvPicPr>
              <p:nvPr/>
            </p:nvPicPr>
            <p:blipFill>
              <a:blip r:embed="rId43"/>
              <a:srcRect l="29209" t="19451" r="28321" b="15419"/>
              <a:stretch>
                <a:fillRect/>
              </a:stretch>
            </p:blipFill>
            <p:spPr>
              <a:xfrm>
                <a:off x="8572482" y="1943353"/>
                <a:ext cx="1236895" cy="1112659"/>
              </a:xfrm>
              <a:custGeom>
                <a:avLst/>
                <a:gdLst>
                  <a:gd name="connsiteX0" fmla="*/ 0 w 4965367"/>
                  <a:gd name="connsiteY0" fmla="*/ 0 h 4466637"/>
                  <a:gd name="connsiteX1" fmla="*/ 4965367 w 4965367"/>
                  <a:gd name="connsiteY1" fmla="*/ 0 h 4466637"/>
                  <a:gd name="connsiteX2" fmla="*/ 4965367 w 4965367"/>
                  <a:gd name="connsiteY2" fmla="*/ 4466637 h 4466637"/>
                  <a:gd name="connsiteX3" fmla="*/ 0 w 4965367"/>
                  <a:gd name="connsiteY3" fmla="*/ 4466637 h 4466637"/>
                </a:gdLst>
                <a:ahLst/>
                <a:cxnLst>
                  <a:cxn ang="0">
                    <a:pos x="connsiteX0" y="connsiteY0"/>
                  </a:cxn>
                  <a:cxn ang="0">
                    <a:pos x="connsiteX1" y="connsiteY1"/>
                  </a:cxn>
                  <a:cxn ang="0">
                    <a:pos x="connsiteX2" y="connsiteY2"/>
                  </a:cxn>
                  <a:cxn ang="0">
                    <a:pos x="connsiteX3" y="connsiteY3"/>
                  </a:cxn>
                </a:cxnLst>
                <a:rect l="l" t="t" r="r" b="b"/>
                <a:pathLst>
                  <a:path w="4965367" h="4466637">
                    <a:moveTo>
                      <a:pt x="0" y="0"/>
                    </a:moveTo>
                    <a:lnTo>
                      <a:pt x="4965367" y="0"/>
                    </a:lnTo>
                    <a:lnTo>
                      <a:pt x="4965367" y="4466637"/>
                    </a:lnTo>
                    <a:lnTo>
                      <a:pt x="0" y="4466637"/>
                    </a:lnTo>
                    <a:close/>
                  </a:path>
                </a:pathLst>
              </a:custGeom>
            </p:spPr>
          </p:pic>
          <p:pic>
            <p:nvPicPr>
              <p:cNvPr id="104" name="图片 103">
                <a:extLst>
                  <a:ext uri="{FF2B5EF4-FFF2-40B4-BE49-F238E27FC236}">
                    <a16:creationId xmlns:a16="http://schemas.microsoft.com/office/drawing/2014/main" id="{70959A29-796A-E5A9-E1E5-914D6AC5F9A9}"/>
                  </a:ext>
                </a:extLst>
              </p:cNvPr>
              <p:cNvPicPr>
                <a:picLocks noChangeAspect="1"/>
              </p:cNvPicPr>
              <p:nvPr/>
            </p:nvPicPr>
            <p:blipFill>
              <a:blip r:embed="rId44"/>
              <a:srcRect l="29209" t="19451" r="28321" b="15419"/>
              <a:stretch>
                <a:fillRect/>
              </a:stretch>
            </p:blipFill>
            <p:spPr>
              <a:xfrm>
                <a:off x="8572482" y="4124706"/>
                <a:ext cx="1236895" cy="1112659"/>
              </a:xfrm>
              <a:custGeom>
                <a:avLst/>
                <a:gdLst>
                  <a:gd name="connsiteX0" fmla="*/ 0 w 4965367"/>
                  <a:gd name="connsiteY0" fmla="*/ 0 h 4466637"/>
                  <a:gd name="connsiteX1" fmla="*/ 4965367 w 4965367"/>
                  <a:gd name="connsiteY1" fmla="*/ 0 h 4466637"/>
                  <a:gd name="connsiteX2" fmla="*/ 4965367 w 4965367"/>
                  <a:gd name="connsiteY2" fmla="*/ 4466637 h 4466637"/>
                  <a:gd name="connsiteX3" fmla="*/ 0 w 4965367"/>
                  <a:gd name="connsiteY3" fmla="*/ 4466637 h 4466637"/>
                </a:gdLst>
                <a:ahLst/>
                <a:cxnLst>
                  <a:cxn ang="0">
                    <a:pos x="connsiteX0" y="connsiteY0"/>
                  </a:cxn>
                  <a:cxn ang="0">
                    <a:pos x="connsiteX1" y="connsiteY1"/>
                  </a:cxn>
                  <a:cxn ang="0">
                    <a:pos x="connsiteX2" y="connsiteY2"/>
                  </a:cxn>
                  <a:cxn ang="0">
                    <a:pos x="connsiteX3" y="connsiteY3"/>
                  </a:cxn>
                </a:cxnLst>
                <a:rect l="l" t="t" r="r" b="b"/>
                <a:pathLst>
                  <a:path w="4965367" h="4466637">
                    <a:moveTo>
                      <a:pt x="0" y="0"/>
                    </a:moveTo>
                    <a:lnTo>
                      <a:pt x="4965367" y="0"/>
                    </a:lnTo>
                    <a:lnTo>
                      <a:pt x="4965367" y="4466637"/>
                    </a:lnTo>
                    <a:lnTo>
                      <a:pt x="0" y="4466637"/>
                    </a:lnTo>
                    <a:close/>
                  </a:path>
                </a:pathLst>
              </a:custGeom>
            </p:spPr>
          </p:pic>
          <p:pic>
            <p:nvPicPr>
              <p:cNvPr id="105" name="图片 104">
                <a:extLst>
                  <a:ext uri="{FF2B5EF4-FFF2-40B4-BE49-F238E27FC236}">
                    <a16:creationId xmlns:a16="http://schemas.microsoft.com/office/drawing/2014/main" id="{75719D70-C021-C7B5-6ADD-EC380EA19F41}"/>
                  </a:ext>
                </a:extLst>
              </p:cNvPr>
              <p:cNvPicPr>
                <a:picLocks noChangeAspect="1"/>
              </p:cNvPicPr>
              <p:nvPr/>
            </p:nvPicPr>
            <p:blipFill>
              <a:blip r:embed="rId45"/>
              <a:srcRect l="29209" t="19451" r="28321" b="15419"/>
              <a:stretch>
                <a:fillRect/>
              </a:stretch>
            </p:blipFill>
            <p:spPr>
              <a:xfrm>
                <a:off x="8572482" y="5215382"/>
                <a:ext cx="1236895" cy="1112659"/>
              </a:xfrm>
              <a:custGeom>
                <a:avLst/>
                <a:gdLst>
                  <a:gd name="connsiteX0" fmla="*/ 0 w 4965367"/>
                  <a:gd name="connsiteY0" fmla="*/ 0 h 4466637"/>
                  <a:gd name="connsiteX1" fmla="*/ 4965367 w 4965367"/>
                  <a:gd name="connsiteY1" fmla="*/ 0 h 4466637"/>
                  <a:gd name="connsiteX2" fmla="*/ 4965367 w 4965367"/>
                  <a:gd name="connsiteY2" fmla="*/ 4466637 h 4466637"/>
                  <a:gd name="connsiteX3" fmla="*/ 0 w 4965367"/>
                  <a:gd name="connsiteY3" fmla="*/ 4466637 h 4466637"/>
                </a:gdLst>
                <a:ahLst/>
                <a:cxnLst>
                  <a:cxn ang="0">
                    <a:pos x="connsiteX0" y="connsiteY0"/>
                  </a:cxn>
                  <a:cxn ang="0">
                    <a:pos x="connsiteX1" y="connsiteY1"/>
                  </a:cxn>
                  <a:cxn ang="0">
                    <a:pos x="connsiteX2" y="connsiteY2"/>
                  </a:cxn>
                  <a:cxn ang="0">
                    <a:pos x="connsiteX3" y="connsiteY3"/>
                  </a:cxn>
                </a:cxnLst>
                <a:rect l="l" t="t" r="r" b="b"/>
                <a:pathLst>
                  <a:path w="4965367" h="4466637">
                    <a:moveTo>
                      <a:pt x="0" y="0"/>
                    </a:moveTo>
                    <a:lnTo>
                      <a:pt x="4965367" y="0"/>
                    </a:lnTo>
                    <a:lnTo>
                      <a:pt x="4965367" y="4466637"/>
                    </a:lnTo>
                    <a:lnTo>
                      <a:pt x="0" y="4466637"/>
                    </a:lnTo>
                    <a:close/>
                  </a:path>
                </a:pathLst>
              </a:custGeom>
            </p:spPr>
          </p:pic>
          <p:pic>
            <p:nvPicPr>
              <p:cNvPr id="106" name="图片 105">
                <a:extLst>
                  <a:ext uri="{FF2B5EF4-FFF2-40B4-BE49-F238E27FC236}">
                    <a16:creationId xmlns:a16="http://schemas.microsoft.com/office/drawing/2014/main" id="{B4F9EF2E-42EC-360A-DF34-F90E4482689E}"/>
                  </a:ext>
                </a:extLst>
              </p:cNvPr>
              <p:cNvPicPr>
                <a:picLocks noChangeAspect="1"/>
              </p:cNvPicPr>
              <p:nvPr/>
            </p:nvPicPr>
            <p:blipFill>
              <a:blip r:embed="rId46"/>
              <a:srcRect l="29209" t="19451" r="28321" b="15419"/>
              <a:stretch>
                <a:fillRect/>
              </a:stretch>
            </p:blipFill>
            <p:spPr>
              <a:xfrm>
                <a:off x="7335588" y="5215382"/>
                <a:ext cx="1236895" cy="1112659"/>
              </a:xfrm>
              <a:custGeom>
                <a:avLst/>
                <a:gdLst>
                  <a:gd name="connsiteX0" fmla="*/ 0 w 4965367"/>
                  <a:gd name="connsiteY0" fmla="*/ 0 h 4466637"/>
                  <a:gd name="connsiteX1" fmla="*/ 4965367 w 4965367"/>
                  <a:gd name="connsiteY1" fmla="*/ 0 h 4466637"/>
                  <a:gd name="connsiteX2" fmla="*/ 4965367 w 4965367"/>
                  <a:gd name="connsiteY2" fmla="*/ 4466637 h 4466637"/>
                  <a:gd name="connsiteX3" fmla="*/ 0 w 4965367"/>
                  <a:gd name="connsiteY3" fmla="*/ 4466637 h 4466637"/>
                </a:gdLst>
                <a:ahLst/>
                <a:cxnLst>
                  <a:cxn ang="0">
                    <a:pos x="connsiteX0" y="connsiteY0"/>
                  </a:cxn>
                  <a:cxn ang="0">
                    <a:pos x="connsiteX1" y="connsiteY1"/>
                  </a:cxn>
                  <a:cxn ang="0">
                    <a:pos x="connsiteX2" y="connsiteY2"/>
                  </a:cxn>
                  <a:cxn ang="0">
                    <a:pos x="connsiteX3" y="connsiteY3"/>
                  </a:cxn>
                </a:cxnLst>
                <a:rect l="l" t="t" r="r" b="b"/>
                <a:pathLst>
                  <a:path w="4965367" h="4466637">
                    <a:moveTo>
                      <a:pt x="0" y="0"/>
                    </a:moveTo>
                    <a:lnTo>
                      <a:pt x="4965367" y="0"/>
                    </a:lnTo>
                    <a:lnTo>
                      <a:pt x="4965367" y="4466637"/>
                    </a:lnTo>
                    <a:lnTo>
                      <a:pt x="0" y="4466637"/>
                    </a:lnTo>
                    <a:close/>
                  </a:path>
                </a:pathLst>
              </a:custGeom>
            </p:spPr>
          </p:pic>
          <p:pic>
            <p:nvPicPr>
              <p:cNvPr id="107" name="图片 106">
                <a:extLst>
                  <a:ext uri="{FF2B5EF4-FFF2-40B4-BE49-F238E27FC236}">
                    <a16:creationId xmlns:a16="http://schemas.microsoft.com/office/drawing/2014/main" id="{2B84C110-E09E-F488-726D-AF1D3BC1C4A3}"/>
                  </a:ext>
                </a:extLst>
              </p:cNvPr>
              <p:cNvPicPr>
                <a:picLocks noChangeAspect="1"/>
              </p:cNvPicPr>
              <p:nvPr/>
            </p:nvPicPr>
            <p:blipFill>
              <a:blip r:embed="rId47"/>
              <a:srcRect l="29209" t="19451" r="28321" b="15419"/>
              <a:stretch>
                <a:fillRect/>
              </a:stretch>
            </p:blipFill>
            <p:spPr>
              <a:xfrm>
                <a:off x="7335588" y="4124706"/>
                <a:ext cx="1236895" cy="1112659"/>
              </a:xfrm>
              <a:custGeom>
                <a:avLst/>
                <a:gdLst>
                  <a:gd name="connsiteX0" fmla="*/ 0 w 4965367"/>
                  <a:gd name="connsiteY0" fmla="*/ 0 h 4466637"/>
                  <a:gd name="connsiteX1" fmla="*/ 4965367 w 4965367"/>
                  <a:gd name="connsiteY1" fmla="*/ 0 h 4466637"/>
                  <a:gd name="connsiteX2" fmla="*/ 4965367 w 4965367"/>
                  <a:gd name="connsiteY2" fmla="*/ 4466637 h 4466637"/>
                  <a:gd name="connsiteX3" fmla="*/ 0 w 4965367"/>
                  <a:gd name="connsiteY3" fmla="*/ 4466637 h 4466637"/>
                </a:gdLst>
                <a:ahLst/>
                <a:cxnLst>
                  <a:cxn ang="0">
                    <a:pos x="connsiteX0" y="connsiteY0"/>
                  </a:cxn>
                  <a:cxn ang="0">
                    <a:pos x="connsiteX1" y="connsiteY1"/>
                  </a:cxn>
                  <a:cxn ang="0">
                    <a:pos x="connsiteX2" y="connsiteY2"/>
                  </a:cxn>
                  <a:cxn ang="0">
                    <a:pos x="connsiteX3" y="connsiteY3"/>
                  </a:cxn>
                </a:cxnLst>
                <a:rect l="l" t="t" r="r" b="b"/>
                <a:pathLst>
                  <a:path w="4965367" h="4466637">
                    <a:moveTo>
                      <a:pt x="0" y="0"/>
                    </a:moveTo>
                    <a:lnTo>
                      <a:pt x="4965367" y="0"/>
                    </a:lnTo>
                    <a:lnTo>
                      <a:pt x="4965367" y="4466637"/>
                    </a:lnTo>
                    <a:lnTo>
                      <a:pt x="0" y="4466637"/>
                    </a:lnTo>
                    <a:close/>
                  </a:path>
                </a:pathLst>
              </a:custGeom>
            </p:spPr>
          </p:pic>
          <p:pic>
            <p:nvPicPr>
              <p:cNvPr id="108" name="图片 107">
                <a:extLst>
                  <a:ext uri="{FF2B5EF4-FFF2-40B4-BE49-F238E27FC236}">
                    <a16:creationId xmlns:a16="http://schemas.microsoft.com/office/drawing/2014/main" id="{BD1FC266-CA8A-70C9-987A-938885F988B0}"/>
                  </a:ext>
                </a:extLst>
              </p:cNvPr>
              <p:cNvPicPr>
                <a:picLocks noChangeAspect="1"/>
              </p:cNvPicPr>
              <p:nvPr/>
            </p:nvPicPr>
            <p:blipFill>
              <a:blip r:embed="rId48"/>
              <a:srcRect l="29209" t="19451" r="28321" b="15419"/>
              <a:stretch>
                <a:fillRect/>
              </a:stretch>
            </p:blipFill>
            <p:spPr>
              <a:xfrm>
                <a:off x="7335588" y="852677"/>
                <a:ext cx="1236895" cy="1112659"/>
              </a:xfrm>
              <a:custGeom>
                <a:avLst/>
                <a:gdLst>
                  <a:gd name="connsiteX0" fmla="*/ 0 w 4965367"/>
                  <a:gd name="connsiteY0" fmla="*/ 0 h 4466637"/>
                  <a:gd name="connsiteX1" fmla="*/ 4965367 w 4965367"/>
                  <a:gd name="connsiteY1" fmla="*/ 0 h 4466637"/>
                  <a:gd name="connsiteX2" fmla="*/ 4965367 w 4965367"/>
                  <a:gd name="connsiteY2" fmla="*/ 4466637 h 4466637"/>
                  <a:gd name="connsiteX3" fmla="*/ 0 w 4965367"/>
                  <a:gd name="connsiteY3" fmla="*/ 4466637 h 4466637"/>
                </a:gdLst>
                <a:ahLst/>
                <a:cxnLst>
                  <a:cxn ang="0">
                    <a:pos x="connsiteX0" y="connsiteY0"/>
                  </a:cxn>
                  <a:cxn ang="0">
                    <a:pos x="connsiteX1" y="connsiteY1"/>
                  </a:cxn>
                  <a:cxn ang="0">
                    <a:pos x="connsiteX2" y="connsiteY2"/>
                  </a:cxn>
                  <a:cxn ang="0">
                    <a:pos x="connsiteX3" y="connsiteY3"/>
                  </a:cxn>
                </a:cxnLst>
                <a:rect l="l" t="t" r="r" b="b"/>
                <a:pathLst>
                  <a:path w="4965367" h="4466637">
                    <a:moveTo>
                      <a:pt x="0" y="0"/>
                    </a:moveTo>
                    <a:lnTo>
                      <a:pt x="4965367" y="0"/>
                    </a:lnTo>
                    <a:lnTo>
                      <a:pt x="4965367" y="4466637"/>
                    </a:lnTo>
                    <a:lnTo>
                      <a:pt x="0" y="4466637"/>
                    </a:lnTo>
                    <a:close/>
                  </a:path>
                </a:pathLst>
              </a:custGeom>
            </p:spPr>
          </p:pic>
          <p:pic>
            <p:nvPicPr>
              <p:cNvPr id="109" name="图片 108">
                <a:extLst>
                  <a:ext uri="{FF2B5EF4-FFF2-40B4-BE49-F238E27FC236}">
                    <a16:creationId xmlns:a16="http://schemas.microsoft.com/office/drawing/2014/main" id="{A9777387-C8C4-F2F0-E7EE-BC118451EDF1}"/>
                  </a:ext>
                </a:extLst>
              </p:cNvPr>
              <p:cNvPicPr>
                <a:picLocks noChangeAspect="1"/>
              </p:cNvPicPr>
              <p:nvPr/>
            </p:nvPicPr>
            <p:blipFill>
              <a:blip r:embed="rId49"/>
              <a:srcRect l="29209" t="19451" r="28321" b="15419"/>
              <a:stretch>
                <a:fillRect/>
              </a:stretch>
            </p:blipFill>
            <p:spPr>
              <a:xfrm>
                <a:off x="8572482" y="3034030"/>
                <a:ext cx="1236895" cy="1112659"/>
              </a:xfrm>
              <a:custGeom>
                <a:avLst/>
                <a:gdLst>
                  <a:gd name="connsiteX0" fmla="*/ 0 w 4965367"/>
                  <a:gd name="connsiteY0" fmla="*/ 0 h 4466637"/>
                  <a:gd name="connsiteX1" fmla="*/ 4965367 w 4965367"/>
                  <a:gd name="connsiteY1" fmla="*/ 0 h 4466637"/>
                  <a:gd name="connsiteX2" fmla="*/ 4965367 w 4965367"/>
                  <a:gd name="connsiteY2" fmla="*/ 4466637 h 4466637"/>
                  <a:gd name="connsiteX3" fmla="*/ 0 w 4965367"/>
                  <a:gd name="connsiteY3" fmla="*/ 4466637 h 4466637"/>
                </a:gdLst>
                <a:ahLst/>
                <a:cxnLst>
                  <a:cxn ang="0">
                    <a:pos x="connsiteX0" y="connsiteY0"/>
                  </a:cxn>
                  <a:cxn ang="0">
                    <a:pos x="connsiteX1" y="connsiteY1"/>
                  </a:cxn>
                  <a:cxn ang="0">
                    <a:pos x="connsiteX2" y="connsiteY2"/>
                  </a:cxn>
                  <a:cxn ang="0">
                    <a:pos x="connsiteX3" y="connsiteY3"/>
                  </a:cxn>
                </a:cxnLst>
                <a:rect l="l" t="t" r="r" b="b"/>
                <a:pathLst>
                  <a:path w="4965367" h="4466637">
                    <a:moveTo>
                      <a:pt x="0" y="0"/>
                    </a:moveTo>
                    <a:lnTo>
                      <a:pt x="4965367" y="0"/>
                    </a:lnTo>
                    <a:lnTo>
                      <a:pt x="4965367" y="4466637"/>
                    </a:lnTo>
                    <a:lnTo>
                      <a:pt x="0" y="4466637"/>
                    </a:lnTo>
                    <a:close/>
                  </a:path>
                </a:pathLst>
              </a:custGeom>
            </p:spPr>
          </p:pic>
          <p:pic>
            <p:nvPicPr>
              <p:cNvPr id="110" name="图片 109">
                <a:extLst>
                  <a:ext uri="{FF2B5EF4-FFF2-40B4-BE49-F238E27FC236}">
                    <a16:creationId xmlns:a16="http://schemas.microsoft.com/office/drawing/2014/main" id="{F3A14A71-8313-CA13-C81B-26048419B416}"/>
                  </a:ext>
                </a:extLst>
              </p:cNvPr>
              <p:cNvPicPr>
                <a:picLocks noChangeAspect="1"/>
              </p:cNvPicPr>
              <p:nvPr/>
            </p:nvPicPr>
            <p:blipFill>
              <a:blip r:embed="rId50"/>
              <a:srcRect l="29209" t="19451" r="28321" b="15419"/>
              <a:stretch>
                <a:fillRect/>
              </a:stretch>
            </p:blipFill>
            <p:spPr>
              <a:xfrm>
                <a:off x="7335588" y="1943353"/>
                <a:ext cx="1236895" cy="1112659"/>
              </a:xfrm>
              <a:custGeom>
                <a:avLst/>
                <a:gdLst>
                  <a:gd name="connsiteX0" fmla="*/ 0 w 4965367"/>
                  <a:gd name="connsiteY0" fmla="*/ 0 h 4466637"/>
                  <a:gd name="connsiteX1" fmla="*/ 4965367 w 4965367"/>
                  <a:gd name="connsiteY1" fmla="*/ 0 h 4466637"/>
                  <a:gd name="connsiteX2" fmla="*/ 4965367 w 4965367"/>
                  <a:gd name="connsiteY2" fmla="*/ 4466637 h 4466637"/>
                  <a:gd name="connsiteX3" fmla="*/ 0 w 4965367"/>
                  <a:gd name="connsiteY3" fmla="*/ 4466637 h 4466637"/>
                </a:gdLst>
                <a:ahLst/>
                <a:cxnLst>
                  <a:cxn ang="0">
                    <a:pos x="connsiteX0" y="connsiteY0"/>
                  </a:cxn>
                  <a:cxn ang="0">
                    <a:pos x="connsiteX1" y="connsiteY1"/>
                  </a:cxn>
                  <a:cxn ang="0">
                    <a:pos x="connsiteX2" y="connsiteY2"/>
                  </a:cxn>
                  <a:cxn ang="0">
                    <a:pos x="connsiteX3" y="connsiteY3"/>
                  </a:cxn>
                </a:cxnLst>
                <a:rect l="l" t="t" r="r" b="b"/>
                <a:pathLst>
                  <a:path w="4965367" h="4466637">
                    <a:moveTo>
                      <a:pt x="0" y="0"/>
                    </a:moveTo>
                    <a:lnTo>
                      <a:pt x="4965367" y="0"/>
                    </a:lnTo>
                    <a:lnTo>
                      <a:pt x="4965367" y="4466637"/>
                    </a:lnTo>
                    <a:lnTo>
                      <a:pt x="0" y="4466637"/>
                    </a:lnTo>
                    <a:close/>
                  </a:path>
                </a:pathLst>
              </a:custGeom>
            </p:spPr>
          </p:pic>
          <p:pic>
            <p:nvPicPr>
              <p:cNvPr id="111" name="图片 110">
                <a:extLst>
                  <a:ext uri="{FF2B5EF4-FFF2-40B4-BE49-F238E27FC236}">
                    <a16:creationId xmlns:a16="http://schemas.microsoft.com/office/drawing/2014/main" id="{5F5607B7-018F-E083-5340-A8D68B9D11CF}"/>
                  </a:ext>
                </a:extLst>
              </p:cNvPr>
              <p:cNvPicPr>
                <a:picLocks noChangeAspect="1"/>
              </p:cNvPicPr>
              <p:nvPr/>
            </p:nvPicPr>
            <p:blipFill>
              <a:blip r:embed="rId51"/>
              <a:srcRect l="29209" t="19451" r="28321" b="15419"/>
              <a:stretch>
                <a:fillRect/>
              </a:stretch>
            </p:blipFill>
            <p:spPr>
              <a:xfrm>
                <a:off x="7335588" y="3034030"/>
                <a:ext cx="1236895" cy="1112659"/>
              </a:xfrm>
              <a:custGeom>
                <a:avLst/>
                <a:gdLst>
                  <a:gd name="connsiteX0" fmla="*/ 0 w 4965367"/>
                  <a:gd name="connsiteY0" fmla="*/ 0 h 4466637"/>
                  <a:gd name="connsiteX1" fmla="*/ 4965367 w 4965367"/>
                  <a:gd name="connsiteY1" fmla="*/ 0 h 4466637"/>
                  <a:gd name="connsiteX2" fmla="*/ 4965367 w 4965367"/>
                  <a:gd name="connsiteY2" fmla="*/ 4466637 h 4466637"/>
                  <a:gd name="connsiteX3" fmla="*/ 0 w 4965367"/>
                  <a:gd name="connsiteY3" fmla="*/ 4466637 h 4466637"/>
                </a:gdLst>
                <a:ahLst/>
                <a:cxnLst>
                  <a:cxn ang="0">
                    <a:pos x="connsiteX0" y="connsiteY0"/>
                  </a:cxn>
                  <a:cxn ang="0">
                    <a:pos x="connsiteX1" y="connsiteY1"/>
                  </a:cxn>
                  <a:cxn ang="0">
                    <a:pos x="connsiteX2" y="connsiteY2"/>
                  </a:cxn>
                  <a:cxn ang="0">
                    <a:pos x="connsiteX3" y="connsiteY3"/>
                  </a:cxn>
                </a:cxnLst>
                <a:rect l="l" t="t" r="r" b="b"/>
                <a:pathLst>
                  <a:path w="4965367" h="4466637">
                    <a:moveTo>
                      <a:pt x="0" y="0"/>
                    </a:moveTo>
                    <a:lnTo>
                      <a:pt x="4965367" y="0"/>
                    </a:lnTo>
                    <a:lnTo>
                      <a:pt x="4965367" y="4466637"/>
                    </a:lnTo>
                    <a:lnTo>
                      <a:pt x="0" y="4466637"/>
                    </a:lnTo>
                    <a:close/>
                  </a:path>
                </a:pathLst>
              </a:custGeom>
            </p:spPr>
          </p:pic>
          <p:pic>
            <p:nvPicPr>
              <p:cNvPr id="112" name="图片 111">
                <a:extLst>
                  <a:ext uri="{FF2B5EF4-FFF2-40B4-BE49-F238E27FC236}">
                    <a16:creationId xmlns:a16="http://schemas.microsoft.com/office/drawing/2014/main" id="{5FE7908D-86B3-5C7D-183B-905F08FD9F93}"/>
                  </a:ext>
                </a:extLst>
              </p:cNvPr>
              <p:cNvPicPr>
                <a:picLocks noChangeAspect="1"/>
              </p:cNvPicPr>
              <p:nvPr/>
            </p:nvPicPr>
            <p:blipFill>
              <a:blip r:embed="rId52"/>
              <a:srcRect l="29209" t="19526" r="28321" b="15344"/>
              <a:stretch>
                <a:fillRect/>
              </a:stretch>
            </p:blipFill>
            <p:spPr>
              <a:xfrm>
                <a:off x="6098693" y="3034029"/>
                <a:ext cx="1236895" cy="1112659"/>
              </a:xfrm>
              <a:custGeom>
                <a:avLst/>
                <a:gdLst>
                  <a:gd name="connsiteX0" fmla="*/ 0 w 4965367"/>
                  <a:gd name="connsiteY0" fmla="*/ 0 h 4466637"/>
                  <a:gd name="connsiteX1" fmla="*/ 4965367 w 4965367"/>
                  <a:gd name="connsiteY1" fmla="*/ 0 h 4466637"/>
                  <a:gd name="connsiteX2" fmla="*/ 4965367 w 4965367"/>
                  <a:gd name="connsiteY2" fmla="*/ 4466637 h 4466637"/>
                  <a:gd name="connsiteX3" fmla="*/ 0 w 4965367"/>
                  <a:gd name="connsiteY3" fmla="*/ 4466637 h 4466637"/>
                </a:gdLst>
                <a:ahLst/>
                <a:cxnLst>
                  <a:cxn ang="0">
                    <a:pos x="connsiteX0" y="connsiteY0"/>
                  </a:cxn>
                  <a:cxn ang="0">
                    <a:pos x="connsiteX1" y="connsiteY1"/>
                  </a:cxn>
                  <a:cxn ang="0">
                    <a:pos x="connsiteX2" y="connsiteY2"/>
                  </a:cxn>
                  <a:cxn ang="0">
                    <a:pos x="connsiteX3" y="connsiteY3"/>
                  </a:cxn>
                </a:cxnLst>
                <a:rect l="l" t="t" r="r" b="b"/>
                <a:pathLst>
                  <a:path w="4965367" h="4466637">
                    <a:moveTo>
                      <a:pt x="0" y="0"/>
                    </a:moveTo>
                    <a:lnTo>
                      <a:pt x="4965367" y="0"/>
                    </a:lnTo>
                    <a:lnTo>
                      <a:pt x="4965367" y="4466637"/>
                    </a:lnTo>
                    <a:lnTo>
                      <a:pt x="0" y="4466637"/>
                    </a:lnTo>
                    <a:close/>
                  </a:path>
                </a:pathLst>
              </a:custGeom>
            </p:spPr>
          </p:pic>
          <p:pic>
            <p:nvPicPr>
              <p:cNvPr id="113" name="图片 112">
                <a:extLst>
                  <a:ext uri="{FF2B5EF4-FFF2-40B4-BE49-F238E27FC236}">
                    <a16:creationId xmlns:a16="http://schemas.microsoft.com/office/drawing/2014/main" id="{BF02564F-4D89-8F8E-F889-093B97C41AF7}"/>
                  </a:ext>
                </a:extLst>
              </p:cNvPr>
              <p:cNvPicPr>
                <a:picLocks noChangeAspect="1"/>
              </p:cNvPicPr>
              <p:nvPr/>
            </p:nvPicPr>
            <p:blipFill>
              <a:blip r:embed="rId52"/>
              <a:srcRect l="29209" t="19526" r="28321" b="15344"/>
              <a:stretch>
                <a:fillRect/>
              </a:stretch>
            </p:blipFill>
            <p:spPr>
              <a:xfrm>
                <a:off x="6097348" y="4146688"/>
                <a:ext cx="1236895" cy="1112659"/>
              </a:xfrm>
              <a:custGeom>
                <a:avLst/>
                <a:gdLst>
                  <a:gd name="connsiteX0" fmla="*/ 0 w 4965367"/>
                  <a:gd name="connsiteY0" fmla="*/ 0 h 4466637"/>
                  <a:gd name="connsiteX1" fmla="*/ 4965367 w 4965367"/>
                  <a:gd name="connsiteY1" fmla="*/ 0 h 4466637"/>
                  <a:gd name="connsiteX2" fmla="*/ 4965367 w 4965367"/>
                  <a:gd name="connsiteY2" fmla="*/ 4466637 h 4466637"/>
                  <a:gd name="connsiteX3" fmla="*/ 0 w 4965367"/>
                  <a:gd name="connsiteY3" fmla="*/ 4466637 h 4466637"/>
                </a:gdLst>
                <a:ahLst/>
                <a:cxnLst>
                  <a:cxn ang="0">
                    <a:pos x="connsiteX0" y="connsiteY0"/>
                  </a:cxn>
                  <a:cxn ang="0">
                    <a:pos x="connsiteX1" y="connsiteY1"/>
                  </a:cxn>
                  <a:cxn ang="0">
                    <a:pos x="connsiteX2" y="connsiteY2"/>
                  </a:cxn>
                  <a:cxn ang="0">
                    <a:pos x="connsiteX3" y="connsiteY3"/>
                  </a:cxn>
                </a:cxnLst>
                <a:rect l="l" t="t" r="r" b="b"/>
                <a:pathLst>
                  <a:path w="4965367" h="4466637">
                    <a:moveTo>
                      <a:pt x="0" y="0"/>
                    </a:moveTo>
                    <a:lnTo>
                      <a:pt x="4965367" y="0"/>
                    </a:lnTo>
                    <a:lnTo>
                      <a:pt x="4965367" y="4466637"/>
                    </a:lnTo>
                    <a:lnTo>
                      <a:pt x="0" y="4466637"/>
                    </a:lnTo>
                    <a:close/>
                  </a:path>
                </a:pathLst>
              </a:custGeom>
            </p:spPr>
          </p:pic>
          <p:pic>
            <p:nvPicPr>
              <p:cNvPr id="114" name="图片 113">
                <a:extLst>
                  <a:ext uri="{FF2B5EF4-FFF2-40B4-BE49-F238E27FC236}">
                    <a16:creationId xmlns:a16="http://schemas.microsoft.com/office/drawing/2014/main" id="{B9D79CCE-3F4B-D9D3-8C5D-1F85BFC5E6B1}"/>
                  </a:ext>
                </a:extLst>
              </p:cNvPr>
              <p:cNvPicPr>
                <a:picLocks noChangeAspect="1"/>
              </p:cNvPicPr>
              <p:nvPr/>
            </p:nvPicPr>
            <p:blipFill>
              <a:blip r:embed="rId52"/>
              <a:srcRect l="29209" t="19526" r="28321" b="15344"/>
              <a:stretch>
                <a:fillRect/>
              </a:stretch>
            </p:blipFill>
            <p:spPr>
              <a:xfrm>
                <a:off x="6097347" y="1943352"/>
                <a:ext cx="1236895" cy="1112659"/>
              </a:xfrm>
              <a:custGeom>
                <a:avLst/>
                <a:gdLst>
                  <a:gd name="connsiteX0" fmla="*/ 0 w 4965367"/>
                  <a:gd name="connsiteY0" fmla="*/ 0 h 4466637"/>
                  <a:gd name="connsiteX1" fmla="*/ 4965367 w 4965367"/>
                  <a:gd name="connsiteY1" fmla="*/ 0 h 4466637"/>
                  <a:gd name="connsiteX2" fmla="*/ 4965367 w 4965367"/>
                  <a:gd name="connsiteY2" fmla="*/ 4466637 h 4466637"/>
                  <a:gd name="connsiteX3" fmla="*/ 0 w 4965367"/>
                  <a:gd name="connsiteY3" fmla="*/ 4466637 h 4466637"/>
                </a:gdLst>
                <a:ahLst/>
                <a:cxnLst>
                  <a:cxn ang="0">
                    <a:pos x="connsiteX0" y="connsiteY0"/>
                  </a:cxn>
                  <a:cxn ang="0">
                    <a:pos x="connsiteX1" y="connsiteY1"/>
                  </a:cxn>
                  <a:cxn ang="0">
                    <a:pos x="connsiteX2" y="connsiteY2"/>
                  </a:cxn>
                  <a:cxn ang="0">
                    <a:pos x="connsiteX3" y="connsiteY3"/>
                  </a:cxn>
                </a:cxnLst>
                <a:rect l="l" t="t" r="r" b="b"/>
                <a:pathLst>
                  <a:path w="4965367" h="4466637">
                    <a:moveTo>
                      <a:pt x="0" y="0"/>
                    </a:moveTo>
                    <a:lnTo>
                      <a:pt x="4965367" y="0"/>
                    </a:lnTo>
                    <a:lnTo>
                      <a:pt x="4965367" y="4466637"/>
                    </a:lnTo>
                    <a:lnTo>
                      <a:pt x="0" y="4466637"/>
                    </a:lnTo>
                    <a:close/>
                  </a:path>
                </a:pathLst>
              </a:custGeom>
            </p:spPr>
          </p:pic>
          <p:pic>
            <p:nvPicPr>
              <p:cNvPr id="115" name="图片 114">
                <a:extLst>
                  <a:ext uri="{FF2B5EF4-FFF2-40B4-BE49-F238E27FC236}">
                    <a16:creationId xmlns:a16="http://schemas.microsoft.com/office/drawing/2014/main" id="{EE86060D-DAFC-4B28-F015-0B987C13843B}"/>
                  </a:ext>
                </a:extLst>
              </p:cNvPr>
              <p:cNvPicPr>
                <a:picLocks noChangeAspect="1"/>
              </p:cNvPicPr>
              <p:nvPr/>
            </p:nvPicPr>
            <p:blipFill>
              <a:blip r:embed="rId52"/>
              <a:srcRect l="29209" t="19526" r="28321" b="15344"/>
              <a:stretch>
                <a:fillRect/>
              </a:stretch>
            </p:blipFill>
            <p:spPr>
              <a:xfrm>
                <a:off x="6096001" y="852675"/>
                <a:ext cx="1236895" cy="1112659"/>
              </a:xfrm>
              <a:custGeom>
                <a:avLst/>
                <a:gdLst>
                  <a:gd name="connsiteX0" fmla="*/ 0 w 4965367"/>
                  <a:gd name="connsiteY0" fmla="*/ 0 h 4466637"/>
                  <a:gd name="connsiteX1" fmla="*/ 4965367 w 4965367"/>
                  <a:gd name="connsiteY1" fmla="*/ 0 h 4466637"/>
                  <a:gd name="connsiteX2" fmla="*/ 4965367 w 4965367"/>
                  <a:gd name="connsiteY2" fmla="*/ 4466637 h 4466637"/>
                  <a:gd name="connsiteX3" fmla="*/ 0 w 4965367"/>
                  <a:gd name="connsiteY3" fmla="*/ 4466637 h 4466637"/>
                </a:gdLst>
                <a:ahLst/>
                <a:cxnLst>
                  <a:cxn ang="0">
                    <a:pos x="connsiteX0" y="connsiteY0"/>
                  </a:cxn>
                  <a:cxn ang="0">
                    <a:pos x="connsiteX1" y="connsiteY1"/>
                  </a:cxn>
                  <a:cxn ang="0">
                    <a:pos x="connsiteX2" y="connsiteY2"/>
                  </a:cxn>
                  <a:cxn ang="0">
                    <a:pos x="connsiteX3" y="connsiteY3"/>
                  </a:cxn>
                </a:cxnLst>
                <a:rect l="l" t="t" r="r" b="b"/>
                <a:pathLst>
                  <a:path w="4965367" h="4466637">
                    <a:moveTo>
                      <a:pt x="0" y="0"/>
                    </a:moveTo>
                    <a:lnTo>
                      <a:pt x="4965367" y="0"/>
                    </a:lnTo>
                    <a:lnTo>
                      <a:pt x="4965367" y="4466637"/>
                    </a:lnTo>
                    <a:lnTo>
                      <a:pt x="0" y="4466637"/>
                    </a:lnTo>
                    <a:close/>
                  </a:path>
                </a:pathLst>
              </a:custGeom>
            </p:spPr>
          </p:pic>
          <p:pic>
            <p:nvPicPr>
              <p:cNvPr id="116" name="图片 115">
                <a:extLst>
                  <a:ext uri="{FF2B5EF4-FFF2-40B4-BE49-F238E27FC236}">
                    <a16:creationId xmlns:a16="http://schemas.microsoft.com/office/drawing/2014/main" id="{FB0CAECD-DB15-C17A-A20B-586B40B77CF6}"/>
                  </a:ext>
                </a:extLst>
              </p:cNvPr>
              <p:cNvPicPr>
                <a:picLocks noChangeAspect="1"/>
              </p:cNvPicPr>
              <p:nvPr/>
            </p:nvPicPr>
            <p:blipFill>
              <a:blip r:embed="rId52"/>
              <a:srcRect l="29209" t="19526" r="28321" b="15344"/>
              <a:stretch>
                <a:fillRect/>
              </a:stretch>
            </p:blipFill>
            <p:spPr>
              <a:xfrm>
                <a:off x="6096000" y="5216947"/>
                <a:ext cx="1236895" cy="1112659"/>
              </a:xfrm>
              <a:custGeom>
                <a:avLst/>
                <a:gdLst>
                  <a:gd name="connsiteX0" fmla="*/ 0 w 4965367"/>
                  <a:gd name="connsiteY0" fmla="*/ 0 h 4466637"/>
                  <a:gd name="connsiteX1" fmla="*/ 4965367 w 4965367"/>
                  <a:gd name="connsiteY1" fmla="*/ 0 h 4466637"/>
                  <a:gd name="connsiteX2" fmla="*/ 4965367 w 4965367"/>
                  <a:gd name="connsiteY2" fmla="*/ 4466637 h 4466637"/>
                  <a:gd name="connsiteX3" fmla="*/ 0 w 4965367"/>
                  <a:gd name="connsiteY3" fmla="*/ 4466637 h 4466637"/>
                </a:gdLst>
                <a:ahLst/>
                <a:cxnLst>
                  <a:cxn ang="0">
                    <a:pos x="connsiteX0" y="connsiteY0"/>
                  </a:cxn>
                  <a:cxn ang="0">
                    <a:pos x="connsiteX1" y="connsiteY1"/>
                  </a:cxn>
                  <a:cxn ang="0">
                    <a:pos x="connsiteX2" y="connsiteY2"/>
                  </a:cxn>
                  <a:cxn ang="0">
                    <a:pos x="connsiteX3" y="connsiteY3"/>
                  </a:cxn>
                </a:cxnLst>
                <a:rect l="l" t="t" r="r" b="b"/>
                <a:pathLst>
                  <a:path w="4965367" h="4466637">
                    <a:moveTo>
                      <a:pt x="0" y="0"/>
                    </a:moveTo>
                    <a:lnTo>
                      <a:pt x="4965367" y="0"/>
                    </a:lnTo>
                    <a:lnTo>
                      <a:pt x="4965367" y="4466637"/>
                    </a:lnTo>
                    <a:lnTo>
                      <a:pt x="0" y="4466637"/>
                    </a:lnTo>
                    <a:close/>
                  </a:path>
                </a:pathLst>
              </a:custGeom>
            </p:spPr>
          </p:pic>
        </p:grpSp>
        <p:cxnSp>
          <p:nvCxnSpPr>
            <p:cNvPr id="84" name="直接箭头连接符 83">
              <a:extLst>
                <a:ext uri="{FF2B5EF4-FFF2-40B4-BE49-F238E27FC236}">
                  <a16:creationId xmlns:a16="http://schemas.microsoft.com/office/drawing/2014/main" id="{B8D42B18-46D1-C1B9-3061-C6540394C807}"/>
                </a:ext>
              </a:extLst>
            </p:cNvPr>
            <p:cNvCxnSpPr>
              <a:cxnSpLocks/>
            </p:cNvCxnSpPr>
            <p:nvPr/>
          </p:nvCxnSpPr>
          <p:spPr>
            <a:xfrm flipV="1">
              <a:off x="2578298" y="458491"/>
              <a:ext cx="0" cy="6001013"/>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85" name="直接箭头连接符 84">
              <a:extLst>
                <a:ext uri="{FF2B5EF4-FFF2-40B4-BE49-F238E27FC236}">
                  <a16:creationId xmlns:a16="http://schemas.microsoft.com/office/drawing/2014/main" id="{F8CF8F13-9803-E702-1422-A71CD8F08476}"/>
                </a:ext>
              </a:extLst>
            </p:cNvPr>
            <p:cNvCxnSpPr>
              <a:cxnSpLocks/>
            </p:cNvCxnSpPr>
            <p:nvPr/>
          </p:nvCxnSpPr>
          <p:spPr>
            <a:xfrm>
              <a:off x="2578298" y="6459503"/>
              <a:ext cx="6140921" cy="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86" name="文本框 85">
                  <a:extLst>
                    <a:ext uri="{FF2B5EF4-FFF2-40B4-BE49-F238E27FC236}">
                      <a16:creationId xmlns:a16="http://schemas.microsoft.com/office/drawing/2014/main" id="{F113B15D-A64F-93C8-D9AC-0373D85C81C4}"/>
                    </a:ext>
                  </a:extLst>
                </p:cNvPr>
                <p:cNvSpPr txBox="1"/>
                <p:nvPr/>
              </p:nvSpPr>
              <p:spPr>
                <a:xfrm>
                  <a:off x="1742720" y="0"/>
                  <a:ext cx="1230086" cy="91698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eqArr>
                          <m:eqArrPr>
                            <m:ctrlPr>
                              <a:rPr lang="ar-AE" altLang="zh-CN" sz="3600" i="1" smtClean="0">
                                <a:solidFill>
                                  <a:schemeClr val="bg1"/>
                                </a:solidFill>
                                <a:latin typeface="Cambria Math" panose="02040503050406030204" pitchFamily="18" charset="0"/>
                              </a:rPr>
                            </m:ctrlPr>
                          </m:eqArrPr>
                          <m:e>
                            <m:r>
                              <a:rPr lang="ar-AE" altLang="zh-CN" sz="3600">
                                <a:solidFill>
                                  <a:schemeClr val="bg1"/>
                                </a:solidFill>
                                <a:latin typeface="Cambria Math" panose="02040503050406030204" pitchFamily="18" charset="0"/>
                              </a:rPr>
                              <m:t>&amp;</m:t>
                            </m:r>
                            <m:sSub>
                              <m:sSubPr>
                                <m:ctrlPr>
                                  <a:rPr lang="ar-AE" altLang="zh-CN" sz="3600" i="1">
                                    <a:solidFill>
                                      <a:schemeClr val="bg1"/>
                                    </a:solidFill>
                                    <a:latin typeface="Cambria Math" panose="02040503050406030204" pitchFamily="18" charset="0"/>
                                  </a:rPr>
                                </m:ctrlPr>
                              </m:sSubPr>
                              <m:e>
                                <m:r>
                                  <a:rPr lang="zh-CN" altLang="ar-AE" sz="3600" i="1">
                                    <a:solidFill>
                                      <a:schemeClr val="bg1"/>
                                    </a:solidFill>
                                    <a:latin typeface="Cambria Math" panose="02040503050406030204" pitchFamily="18" charset="0"/>
                                  </a:rPr>
                                  <m:t>𝜎</m:t>
                                </m:r>
                              </m:e>
                              <m:sub>
                                <m:r>
                                  <a:rPr lang="zh-CN" altLang="ar-AE" sz="3600" b="0" i="1" smtClean="0">
                                    <a:solidFill>
                                      <a:schemeClr val="bg1"/>
                                    </a:solidFill>
                                    <a:latin typeface="Cambria Math" panose="02040503050406030204" pitchFamily="18" charset="0"/>
                                  </a:rPr>
                                  <m:t>𝑑</m:t>
                                </m:r>
                              </m:sub>
                            </m:sSub>
                          </m:e>
                          <m:e>
                            <m:r>
                              <a:rPr lang="ar-AE" altLang="zh-CN" sz="3600">
                                <a:solidFill>
                                  <a:schemeClr val="bg1"/>
                                </a:solidFill>
                                <a:latin typeface="Cambria Math" panose="02040503050406030204" pitchFamily="18" charset="0"/>
                              </a:rPr>
                              <m:t>##</m:t>
                            </m:r>
                          </m:e>
                        </m:eqArr>
                      </m:oMath>
                    </m:oMathPara>
                  </a14:m>
                  <a:endParaRPr lang="ar-AE" dirty="0">
                    <a:solidFill>
                      <a:schemeClr val="bg1"/>
                    </a:solidFill>
                  </a:endParaRPr>
                </a:p>
              </p:txBody>
            </p:sp>
          </mc:Choice>
          <mc:Fallback xmlns="">
            <p:sp>
              <p:nvSpPr>
                <p:cNvPr id="86" name="文本框 85">
                  <a:extLst>
                    <a:ext uri="{FF2B5EF4-FFF2-40B4-BE49-F238E27FC236}">
                      <a16:creationId xmlns:a16="http://schemas.microsoft.com/office/drawing/2014/main" id="{F113B15D-A64F-93C8-D9AC-0373D85C81C4}"/>
                    </a:ext>
                  </a:extLst>
                </p:cNvPr>
                <p:cNvSpPr txBox="1">
                  <a:spLocks noRot="1" noChangeAspect="1" noMove="1" noResize="1" noEditPoints="1" noAdjustHandles="1" noChangeArrowheads="1" noChangeShapeType="1" noTextEdit="1"/>
                </p:cNvSpPr>
                <p:nvPr/>
              </p:nvSpPr>
              <p:spPr>
                <a:xfrm>
                  <a:off x="1742720" y="0"/>
                  <a:ext cx="1230086" cy="916982"/>
                </a:xfrm>
                <a:prstGeom prst="rect">
                  <a:avLst/>
                </a:prstGeom>
                <a:blipFill>
                  <a:blip r:embed="rId53"/>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87" name="文本框 86">
                  <a:extLst>
                    <a:ext uri="{FF2B5EF4-FFF2-40B4-BE49-F238E27FC236}">
                      <a16:creationId xmlns:a16="http://schemas.microsoft.com/office/drawing/2014/main" id="{B18C251A-F205-A47D-6C6D-D7AABB510EE6}"/>
                    </a:ext>
                  </a:extLst>
                </p:cNvPr>
                <p:cNvSpPr txBox="1"/>
                <p:nvPr/>
              </p:nvSpPr>
              <p:spPr>
                <a:xfrm>
                  <a:off x="7961989" y="5855475"/>
                  <a:ext cx="1230086" cy="91698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eqArr>
                          <m:eqArrPr>
                            <m:ctrlPr>
                              <a:rPr lang="ar-AE" altLang="zh-CN" sz="3600" i="1" smtClean="0">
                                <a:solidFill>
                                  <a:schemeClr val="bg1"/>
                                </a:solidFill>
                                <a:latin typeface="Cambria Math" panose="02040503050406030204" pitchFamily="18" charset="0"/>
                              </a:rPr>
                            </m:ctrlPr>
                          </m:eqArrPr>
                          <m:e>
                            <m:r>
                              <a:rPr lang="ar-AE" altLang="zh-CN" sz="3600">
                                <a:solidFill>
                                  <a:schemeClr val="bg1"/>
                                </a:solidFill>
                                <a:latin typeface="Cambria Math" panose="02040503050406030204" pitchFamily="18" charset="0"/>
                              </a:rPr>
                              <m:t>&amp;</m:t>
                            </m:r>
                            <m:sSub>
                              <m:sSubPr>
                                <m:ctrlPr>
                                  <a:rPr lang="ar-AE" altLang="zh-CN" sz="3600" i="1">
                                    <a:solidFill>
                                      <a:schemeClr val="bg1"/>
                                    </a:solidFill>
                                    <a:latin typeface="Cambria Math" panose="02040503050406030204" pitchFamily="18" charset="0"/>
                                  </a:rPr>
                                </m:ctrlPr>
                              </m:sSubPr>
                              <m:e>
                                <m:r>
                                  <a:rPr lang="zh-CN" altLang="ar-AE" sz="3600" i="1">
                                    <a:solidFill>
                                      <a:schemeClr val="bg1"/>
                                    </a:solidFill>
                                    <a:latin typeface="Cambria Math" panose="02040503050406030204" pitchFamily="18" charset="0"/>
                                  </a:rPr>
                                  <m:t>𝜎</m:t>
                                </m:r>
                              </m:e>
                              <m:sub>
                                <m:r>
                                  <a:rPr lang="zh-CN" altLang="ar-AE" sz="3600" i="1">
                                    <a:solidFill>
                                      <a:schemeClr val="bg1"/>
                                    </a:solidFill>
                                    <a:latin typeface="Cambria Math" panose="02040503050406030204" pitchFamily="18" charset="0"/>
                                  </a:rPr>
                                  <m:t>𝑐</m:t>
                                </m:r>
                              </m:sub>
                            </m:sSub>
                          </m:e>
                          <m:e>
                            <m:r>
                              <a:rPr lang="ar-AE" altLang="zh-CN" sz="3600">
                                <a:solidFill>
                                  <a:schemeClr val="bg1"/>
                                </a:solidFill>
                                <a:latin typeface="Cambria Math" panose="02040503050406030204" pitchFamily="18" charset="0"/>
                              </a:rPr>
                              <m:t>##</m:t>
                            </m:r>
                          </m:e>
                        </m:eqArr>
                      </m:oMath>
                    </m:oMathPara>
                  </a14:m>
                  <a:endParaRPr lang="ar-AE" dirty="0">
                    <a:solidFill>
                      <a:schemeClr val="bg1"/>
                    </a:solidFill>
                  </a:endParaRPr>
                </a:p>
              </p:txBody>
            </p:sp>
          </mc:Choice>
          <mc:Fallback xmlns="">
            <p:sp>
              <p:nvSpPr>
                <p:cNvPr id="87" name="文本框 86">
                  <a:extLst>
                    <a:ext uri="{FF2B5EF4-FFF2-40B4-BE49-F238E27FC236}">
                      <a16:creationId xmlns:a16="http://schemas.microsoft.com/office/drawing/2014/main" id="{B18C251A-F205-A47D-6C6D-D7AABB510EE6}"/>
                    </a:ext>
                  </a:extLst>
                </p:cNvPr>
                <p:cNvSpPr txBox="1">
                  <a:spLocks noRot="1" noChangeAspect="1" noMove="1" noResize="1" noEditPoints="1" noAdjustHandles="1" noChangeArrowheads="1" noChangeShapeType="1" noTextEdit="1"/>
                </p:cNvSpPr>
                <p:nvPr/>
              </p:nvSpPr>
              <p:spPr>
                <a:xfrm>
                  <a:off x="7961989" y="5855475"/>
                  <a:ext cx="1230086" cy="916982"/>
                </a:xfrm>
                <a:prstGeom prst="rect">
                  <a:avLst/>
                </a:prstGeom>
                <a:blipFill>
                  <a:blip r:embed="rId54"/>
                  <a:stretch>
                    <a:fillRect/>
                  </a:stretch>
                </a:blipFill>
              </p:spPr>
              <p:txBody>
                <a:bodyPr/>
                <a:lstStyle/>
                <a:p>
                  <a:r>
                    <a:rPr lang="zh-CN" altLang="en-US">
                      <a:noFill/>
                    </a:rPr>
                    <a:t> </a:t>
                  </a:r>
                </a:p>
              </p:txBody>
            </p:sp>
          </mc:Fallback>
        </mc:AlternateContent>
        <p:sp>
          <p:nvSpPr>
            <p:cNvPr id="88" name="文本框 87">
              <a:extLst>
                <a:ext uri="{FF2B5EF4-FFF2-40B4-BE49-F238E27FC236}">
                  <a16:creationId xmlns:a16="http://schemas.microsoft.com/office/drawing/2014/main" id="{F9327B10-0B40-7BC8-01C4-C6535A63D200}"/>
                </a:ext>
              </a:extLst>
            </p:cNvPr>
            <p:cNvSpPr txBox="1"/>
            <p:nvPr/>
          </p:nvSpPr>
          <p:spPr>
            <a:xfrm>
              <a:off x="2022576" y="2984065"/>
              <a:ext cx="364202" cy="523220"/>
            </a:xfrm>
            <a:prstGeom prst="rect">
              <a:avLst/>
            </a:prstGeom>
            <a:noFill/>
          </p:spPr>
          <p:txBody>
            <a:bodyPr wrap="none" rtlCol="0">
              <a:spAutoFit/>
            </a:bodyPr>
            <a:lstStyle/>
            <a:p>
              <a:pPr algn="ctr"/>
              <a:r>
                <a:rPr lang="en-US" altLang="zh-TW" sz="2800" dirty="0">
                  <a:solidFill>
                    <a:schemeClr val="bg1"/>
                  </a:solidFill>
                  <a:latin typeface="Times New Roman" panose="02020603050405020304" pitchFamily="18" charset="0"/>
                  <a:cs typeface="Times New Roman" panose="02020603050405020304" pitchFamily="18" charset="0"/>
                </a:rPr>
                <a:t>0</a:t>
              </a:r>
              <a:endParaRPr lang="zh-TW" altLang="en-US" sz="2800" dirty="0">
                <a:solidFill>
                  <a:schemeClr val="bg1"/>
                </a:solidFill>
                <a:latin typeface="Times New Roman" panose="02020603050405020304" pitchFamily="18" charset="0"/>
                <a:cs typeface="Times New Roman" panose="02020603050405020304" pitchFamily="18" charset="0"/>
              </a:endParaRPr>
            </a:p>
          </p:txBody>
        </p:sp>
        <p:sp>
          <p:nvSpPr>
            <p:cNvPr id="89" name="文本框 88">
              <a:extLst>
                <a:ext uri="{FF2B5EF4-FFF2-40B4-BE49-F238E27FC236}">
                  <a16:creationId xmlns:a16="http://schemas.microsoft.com/office/drawing/2014/main" id="{36E7ACB3-9FE9-3C27-3F0C-BF3D829B0A33}"/>
                </a:ext>
              </a:extLst>
            </p:cNvPr>
            <p:cNvSpPr txBox="1"/>
            <p:nvPr/>
          </p:nvSpPr>
          <p:spPr>
            <a:xfrm>
              <a:off x="1879364" y="4226089"/>
              <a:ext cx="650627" cy="523220"/>
            </a:xfrm>
            <a:prstGeom prst="rect">
              <a:avLst/>
            </a:prstGeom>
            <a:noFill/>
          </p:spPr>
          <p:txBody>
            <a:bodyPr wrap="none" rtlCol="0">
              <a:spAutoFit/>
            </a:bodyPr>
            <a:lstStyle/>
            <a:p>
              <a:pPr algn="ctr"/>
              <a:r>
                <a:rPr lang="en-US" altLang="zh-TW" sz="2800" dirty="0">
                  <a:solidFill>
                    <a:schemeClr val="bg1"/>
                  </a:solidFill>
                  <a:latin typeface="Times New Roman" panose="02020603050405020304" pitchFamily="18" charset="0"/>
                  <a:cs typeface="Times New Roman" panose="02020603050405020304" pitchFamily="18" charset="0"/>
                </a:rPr>
                <a:t>-11</a:t>
              </a:r>
              <a:endParaRPr lang="zh-TW" altLang="en-US" sz="2800" dirty="0">
                <a:solidFill>
                  <a:schemeClr val="bg1"/>
                </a:solidFill>
                <a:latin typeface="Times New Roman" panose="02020603050405020304" pitchFamily="18" charset="0"/>
                <a:cs typeface="Times New Roman" panose="02020603050405020304" pitchFamily="18" charset="0"/>
              </a:endParaRPr>
            </a:p>
          </p:txBody>
        </p:sp>
        <p:sp>
          <p:nvSpPr>
            <p:cNvPr id="90" name="文本框 89">
              <a:extLst>
                <a:ext uri="{FF2B5EF4-FFF2-40B4-BE49-F238E27FC236}">
                  <a16:creationId xmlns:a16="http://schemas.microsoft.com/office/drawing/2014/main" id="{847630DD-511B-52E0-C139-FA919A18A126}"/>
                </a:ext>
              </a:extLst>
            </p:cNvPr>
            <p:cNvSpPr txBox="1"/>
            <p:nvPr/>
          </p:nvSpPr>
          <p:spPr>
            <a:xfrm>
              <a:off x="1872695" y="5465890"/>
              <a:ext cx="663964" cy="523220"/>
            </a:xfrm>
            <a:prstGeom prst="rect">
              <a:avLst/>
            </a:prstGeom>
            <a:noFill/>
          </p:spPr>
          <p:txBody>
            <a:bodyPr wrap="none" rtlCol="0">
              <a:spAutoFit/>
            </a:bodyPr>
            <a:lstStyle/>
            <a:p>
              <a:pPr algn="ctr"/>
              <a:r>
                <a:rPr lang="en-US" altLang="zh-TW" sz="2800" dirty="0">
                  <a:solidFill>
                    <a:schemeClr val="bg1"/>
                  </a:solidFill>
                  <a:latin typeface="Times New Roman" panose="02020603050405020304" pitchFamily="18" charset="0"/>
                  <a:cs typeface="Times New Roman" panose="02020603050405020304" pitchFamily="18" charset="0"/>
                </a:rPr>
                <a:t>-22</a:t>
              </a:r>
              <a:endParaRPr lang="zh-TW" altLang="en-US" sz="2800" dirty="0">
                <a:solidFill>
                  <a:schemeClr val="bg1"/>
                </a:solidFill>
                <a:latin typeface="Times New Roman" panose="02020603050405020304" pitchFamily="18" charset="0"/>
                <a:cs typeface="Times New Roman" panose="02020603050405020304" pitchFamily="18" charset="0"/>
              </a:endParaRPr>
            </a:p>
          </p:txBody>
        </p:sp>
        <p:sp>
          <p:nvSpPr>
            <p:cNvPr id="91" name="文本框 90">
              <a:extLst>
                <a:ext uri="{FF2B5EF4-FFF2-40B4-BE49-F238E27FC236}">
                  <a16:creationId xmlns:a16="http://schemas.microsoft.com/office/drawing/2014/main" id="{D44F6D1A-CA41-BCAB-0260-1F9D5807F3C8}"/>
                </a:ext>
              </a:extLst>
            </p:cNvPr>
            <p:cNvSpPr txBox="1"/>
            <p:nvPr/>
          </p:nvSpPr>
          <p:spPr>
            <a:xfrm>
              <a:off x="1939476" y="1742041"/>
              <a:ext cx="530402" cy="523220"/>
            </a:xfrm>
            <a:prstGeom prst="rect">
              <a:avLst/>
            </a:prstGeom>
            <a:noFill/>
          </p:spPr>
          <p:txBody>
            <a:bodyPr wrap="none" rtlCol="0">
              <a:spAutoFit/>
            </a:bodyPr>
            <a:lstStyle/>
            <a:p>
              <a:pPr algn="ctr"/>
              <a:r>
                <a:rPr lang="en-US" altLang="zh-TW" sz="2800" dirty="0">
                  <a:solidFill>
                    <a:schemeClr val="bg1"/>
                  </a:solidFill>
                  <a:latin typeface="Times New Roman" panose="02020603050405020304" pitchFamily="18" charset="0"/>
                  <a:cs typeface="Times New Roman" panose="02020603050405020304" pitchFamily="18" charset="0"/>
                </a:rPr>
                <a:t>11</a:t>
              </a:r>
              <a:endParaRPr lang="zh-TW" altLang="en-US" sz="2800" dirty="0">
                <a:solidFill>
                  <a:schemeClr val="bg1"/>
                </a:solidFill>
                <a:latin typeface="Times New Roman" panose="02020603050405020304" pitchFamily="18" charset="0"/>
                <a:cs typeface="Times New Roman" panose="02020603050405020304" pitchFamily="18" charset="0"/>
              </a:endParaRPr>
            </a:p>
          </p:txBody>
        </p:sp>
        <p:sp>
          <p:nvSpPr>
            <p:cNvPr id="92" name="文本框 91">
              <a:extLst>
                <a:ext uri="{FF2B5EF4-FFF2-40B4-BE49-F238E27FC236}">
                  <a16:creationId xmlns:a16="http://schemas.microsoft.com/office/drawing/2014/main" id="{0AA4CB61-392A-8761-29E4-C7600D753EC8}"/>
                </a:ext>
              </a:extLst>
            </p:cNvPr>
            <p:cNvSpPr txBox="1"/>
            <p:nvPr/>
          </p:nvSpPr>
          <p:spPr>
            <a:xfrm>
              <a:off x="1932807" y="500016"/>
              <a:ext cx="543740" cy="523220"/>
            </a:xfrm>
            <a:prstGeom prst="rect">
              <a:avLst/>
            </a:prstGeom>
            <a:noFill/>
          </p:spPr>
          <p:txBody>
            <a:bodyPr wrap="none" rtlCol="0">
              <a:spAutoFit/>
            </a:bodyPr>
            <a:lstStyle/>
            <a:p>
              <a:pPr algn="ctr"/>
              <a:r>
                <a:rPr lang="en-US" altLang="zh-TW" sz="2800" dirty="0">
                  <a:solidFill>
                    <a:schemeClr val="bg1"/>
                  </a:solidFill>
                  <a:latin typeface="Times New Roman" panose="02020603050405020304" pitchFamily="18" charset="0"/>
                  <a:cs typeface="Times New Roman" panose="02020603050405020304" pitchFamily="18" charset="0"/>
                </a:rPr>
                <a:t>22</a:t>
              </a:r>
              <a:endParaRPr lang="zh-TW" altLang="en-US" sz="2800" dirty="0">
                <a:solidFill>
                  <a:schemeClr val="bg1"/>
                </a:solidFill>
                <a:latin typeface="Times New Roman" panose="02020603050405020304" pitchFamily="18" charset="0"/>
                <a:cs typeface="Times New Roman" panose="02020603050405020304" pitchFamily="18" charset="0"/>
              </a:endParaRPr>
            </a:p>
          </p:txBody>
        </p:sp>
        <p:sp>
          <p:nvSpPr>
            <p:cNvPr id="93" name="文本框 92">
              <a:extLst>
                <a:ext uri="{FF2B5EF4-FFF2-40B4-BE49-F238E27FC236}">
                  <a16:creationId xmlns:a16="http://schemas.microsoft.com/office/drawing/2014/main" id="{6BCF5073-B398-2633-9062-D11DCD40B0E1}"/>
                </a:ext>
              </a:extLst>
            </p:cNvPr>
            <p:cNvSpPr txBox="1"/>
            <p:nvPr/>
          </p:nvSpPr>
          <p:spPr>
            <a:xfrm>
              <a:off x="3180676" y="6484536"/>
              <a:ext cx="364202" cy="523220"/>
            </a:xfrm>
            <a:prstGeom prst="rect">
              <a:avLst/>
            </a:prstGeom>
            <a:noFill/>
          </p:spPr>
          <p:txBody>
            <a:bodyPr wrap="none" rtlCol="0">
              <a:spAutoFit/>
            </a:bodyPr>
            <a:lstStyle/>
            <a:p>
              <a:pPr algn="ctr"/>
              <a:r>
                <a:rPr lang="en-US" altLang="zh-TW" sz="2800" dirty="0">
                  <a:solidFill>
                    <a:schemeClr val="bg1"/>
                  </a:solidFill>
                  <a:latin typeface="Times New Roman" panose="02020603050405020304" pitchFamily="18" charset="0"/>
                  <a:cs typeface="Times New Roman" panose="02020603050405020304" pitchFamily="18" charset="0"/>
                </a:rPr>
                <a:t>0</a:t>
              </a:r>
              <a:endParaRPr lang="zh-TW" altLang="en-US" sz="2800" dirty="0">
                <a:solidFill>
                  <a:schemeClr val="bg1"/>
                </a:solidFill>
                <a:latin typeface="Times New Roman" panose="02020603050405020304" pitchFamily="18" charset="0"/>
                <a:cs typeface="Times New Roman" panose="02020603050405020304" pitchFamily="18" charset="0"/>
              </a:endParaRPr>
            </a:p>
          </p:txBody>
        </p:sp>
        <p:sp>
          <p:nvSpPr>
            <p:cNvPr id="94" name="文本框 93">
              <a:extLst>
                <a:ext uri="{FF2B5EF4-FFF2-40B4-BE49-F238E27FC236}">
                  <a16:creationId xmlns:a16="http://schemas.microsoft.com/office/drawing/2014/main" id="{7AE833E6-7C2D-881D-E191-83A152E051F8}"/>
                </a:ext>
              </a:extLst>
            </p:cNvPr>
            <p:cNvSpPr txBox="1"/>
            <p:nvPr/>
          </p:nvSpPr>
          <p:spPr>
            <a:xfrm>
              <a:off x="4509175" y="6484536"/>
              <a:ext cx="530403" cy="523220"/>
            </a:xfrm>
            <a:prstGeom prst="rect">
              <a:avLst/>
            </a:prstGeom>
            <a:noFill/>
          </p:spPr>
          <p:txBody>
            <a:bodyPr wrap="none" rtlCol="0">
              <a:spAutoFit/>
            </a:bodyPr>
            <a:lstStyle/>
            <a:p>
              <a:pPr algn="ctr"/>
              <a:r>
                <a:rPr lang="en-US" altLang="zh-TW" sz="2800" dirty="0">
                  <a:solidFill>
                    <a:schemeClr val="bg1"/>
                  </a:solidFill>
                  <a:latin typeface="Times New Roman" panose="02020603050405020304" pitchFamily="18" charset="0"/>
                  <a:cs typeface="Times New Roman" panose="02020603050405020304" pitchFamily="18" charset="0"/>
                </a:rPr>
                <a:t>11</a:t>
              </a:r>
              <a:endParaRPr lang="zh-TW" altLang="en-US" sz="2800" dirty="0">
                <a:solidFill>
                  <a:schemeClr val="bg1"/>
                </a:solidFill>
                <a:latin typeface="Times New Roman" panose="02020603050405020304" pitchFamily="18" charset="0"/>
                <a:cs typeface="Times New Roman" panose="02020603050405020304" pitchFamily="18" charset="0"/>
              </a:endParaRPr>
            </a:p>
          </p:txBody>
        </p:sp>
        <p:sp>
          <p:nvSpPr>
            <p:cNvPr id="95" name="文本框 94">
              <a:extLst>
                <a:ext uri="{FF2B5EF4-FFF2-40B4-BE49-F238E27FC236}">
                  <a16:creationId xmlns:a16="http://schemas.microsoft.com/office/drawing/2014/main" id="{EF065B38-18EF-3A01-3A1B-1D95B9EC1EFE}"/>
                </a:ext>
              </a:extLst>
            </p:cNvPr>
            <p:cNvSpPr txBox="1"/>
            <p:nvPr/>
          </p:nvSpPr>
          <p:spPr>
            <a:xfrm>
              <a:off x="5914105" y="6484536"/>
              <a:ext cx="543740" cy="523220"/>
            </a:xfrm>
            <a:prstGeom prst="rect">
              <a:avLst/>
            </a:prstGeom>
            <a:noFill/>
          </p:spPr>
          <p:txBody>
            <a:bodyPr wrap="none" rtlCol="0">
              <a:spAutoFit/>
            </a:bodyPr>
            <a:lstStyle/>
            <a:p>
              <a:pPr algn="ctr"/>
              <a:r>
                <a:rPr lang="en-US" altLang="zh-TW" sz="2800" dirty="0">
                  <a:solidFill>
                    <a:schemeClr val="bg1"/>
                  </a:solidFill>
                  <a:latin typeface="Times New Roman" panose="02020603050405020304" pitchFamily="18" charset="0"/>
                  <a:cs typeface="Times New Roman" panose="02020603050405020304" pitchFamily="18" charset="0"/>
                </a:rPr>
                <a:t>22</a:t>
              </a:r>
              <a:endParaRPr lang="zh-TW" altLang="en-US" sz="2800" dirty="0">
                <a:solidFill>
                  <a:schemeClr val="bg1"/>
                </a:solidFill>
                <a:latin typeface="Times New Roman" panose="02020603050405020304" pitchFamily="18" charset="0"/>
                <a:cs typeface="Times New Roman" panose="02020603050405020304" pitchFamily="18" charset="0"/>
              </a:endParaRPr>
            </a:p>
          </p:txBody>
        </p:sp>
        <p:sp>
          <p:nvSpPr>
            <p:cNvPr id="96" name="文本框 95">
              <a:extLst>
                <a:ext uri="{FF2B5EF4-FFF2-40B4-BE49-F238E27FC236}">
                  <a16:creationId xmlns:a16="http://schemas.microsoft.com/office/drawing/2014/main" id="{C38A6922-9D44-DC21-E1D1-F42BA289161B}"/>
                </a:ext>
              </a:extLst>
            </p:cNvPr>
            <p:cNvSpPr txBox="1"/>
            <p:nvPr/>
          </p:nvSpPr>
          <p:spPr>
            <a:xfrm>
              <a:off x="7325704" y="6484536"/>
              <a:ext cx="543740" cy="523220"/>
            </a:xfrm>
            <a:prstGeom prst="rect">
              <a:avLst/>
            </a:prstGeom>
            <a:noFill/>
          </p:spPr>
          <p:txBody>
            <a:bodyPr wrap="none" rtlCol="0">
              <a:spAutoFit/>
            </a:bodyPr>
            <a:lstStyle/>
            <a:p>
              <a:pPr algn="ctr"/>
              <a:r>
                <a:rPr lang="en-US" altLang="zh-TW" sz="2800" dirty="0">
                  <a:solidFill>
                    <a:schemeClr val="bg1"/>
                  </a:solidFill>
                  <a:latin typeface="Times New Roman" panose="02020603050405020304" pitchFamily="18" charset="0"/>
                  <a:cs typeface="Times New Roman" panose="02020603050405020304" pitchFamily="18" charset="0"/>
                </a:rPr>
                <a:t>33</a:t>
              </a:r>
              <a:endParaRPr lang="zh-TW" altLang="en-US" sz="2800" dirty="0">
                <a:solidFill>
                  <a:schemeClr val="bg1"/>
                </a:solidFill>
                <a:latin typeface="Times New Roman" panose="02020603050405020304" pitchFamily="18" charset="0"/>
                <a:cs typeface="Times New Roman" panose="02020603050405020304" pitchFamily="18" charset="0"/>
              </a:endParaRPr>
            </a:p>
          </p:txBody>
        </p:sp>
      </p:grpSp>
      <p:sp>
        <p:nvSpPr>
          <p:cNvPr id="117" name="文本框 116">
            <a:extLst>
              <a:ext uri="{FF2B5EF4-FFF2-40B4-BE49-F238E27FC236}">
                <a16:creationId xmlns:a16="http://schemas.microsoft.com/office/drawing/2014/main" id="{64D41642-5E3A-1957-B602-6D870D56A5F9}"/>
              </a:ext>
            </a:extLst>
          </p:cNvPr>
          <p:cNvSpPr txBox="1"/>
          <p:nvPr/>
        </p:nvSpPr>
        <p:spPr>
          <a:xfrm>
            <a:off x="13710395" y="35848865"/>
            <a:ext cx="10157514" cy="400110"/>
          </a:xfrm>
          <a:prstGeom prst="rect">
            <a:avLst/>
          </a:prstGeom>
          <a:noFill/>
        </p:spPr>
        <p:txBody>
          <a:bodyPr wrap="square" rtlCol="0">
            <a:spAutoFit/>
          </a:bodyPr>
          <a:lstStyle/>
          <a:p>
            <a:pPr algn="ctr"/>
            <a:r>
              <a:rPr lang="en-US" altLang="zh-CN" sz="2000" dirty="0">
                <a:solidFill>
                  <a:schemeClr val="bg1"/>
                </a:solidFill>
                <a:latin typeface="Malgun Gothic" panose="020B0503020000020004" pitchFamily="34" charset="-127"/>
                <a:ea typeface="Malgun Gothic" panose="020B0503020000020004" pitchFamily="34" charset="-127"/>
              </a:rPr>
              <a:t>simulation results for a five-finger origami hand</a:t>
            </a:r>
            <a:endParaRPr lang="zh-CN" altLang="en-US" sz="2000" dirty="0">
              <a:solidFill>
                <a:schemeClr val="bg1"/>
              </a:solidFill>
              <a:latin typeface="Malgun Gothic" panose="020B0503020000020004" pitchFamily="34" charset="-127"/>
              <a:ea typeface="Malgun Gothic" panose="020B0503020000020004" pitchFamily="34" charset="-127"/>
            </a:endParaRPr>
          </a:p>
        </p:txBody>
      </p:sp>
      <p:sp>
        <p:nvSpPr>
          <p:cNvPr id="119" name="文本框 118">
            <a:extLst>
              <a:ext uri="{FF2B5EF4-FFF2-40B4-BE49-F238E27FC236}">
                <a16:creationId xmlns:a16="http://schemas.microsoft.com/office/drawing/2014/main" id="{A574E80B-7628-38DA-9065-4618A50FAC65}"/>
              </a:ext>
            </a:extLst>
          </p:cNvPr>
          <p:cNvSpPr txBox="1"/>
          <p:nvPr/>
        </p:nvSpPr>
        <p:spPr>
          <a:xfrm>
            <a:off x="12920802" y="41194009"/>
            <a:ext cx="11823463" cy="4401205"/>
          </a:xfrm>
          <a:prstGeom prst="rect">
            <a:avLst/>
          </a:prstGeom>
          <a:noFill/>
        </p:spPr>
        <p:txBody>
          <a:bodyPr wrap="square" rtlCol="0">
            <a:spAutoFit/>
          </a:bodyPr>
          <a:lstStyle>
            <a:defPPr>
              <a:defRPr lang="en-US"/>
            </a:defPPr>
            <a:lvl1pPr>
              <a:defRPr sz="2800" b="1">
                <a:solidFill>
                  <a:schemeClr val="bg1"/>
                </a:solidFill>
                <a:latin typeface="Malgun Gothic" panose="020B0503020000020004" pitchFamily="34" charset="-127"/>
                <a:ea typeface="Malgun Gothic" panose="020B0503020000020004" pitchFamily="34" charset="-127"/>
              </a:defRPr>
            </a:lvl1pPr>
          </a:lstStyle>
          <a:p>
            <a:r>
              <a:rPr lang="en-US" altLang="zh-TW" b="0" dirty="0"/>
              <a:t>This project presents a physics-aware simulation framework for a string-driven origami dexterous hand. The geometric layer converts .</a:t>
            </a:r>
            <a:r>
              <a:rPr lang="en-US" altLang="zh-TW" b="0" dirty="0" err="1"/>
              <a:t>ohd</a:t>
            </a:r>
            <a:r>
              <a:rPr lang="en-US" altLang="zh-TW" b="0" dirty="0"/>
              <a:t> designs into hand topology, URDF/STL geometry, tendon routing, and reference synergy motion.</a:t>
            </a:r>
          </a:p>
          <a:p>
            <a:r>
              <a:rPr lang="en-US" altLang="zh-TW" b="0" dirty="0"/>
              <a:t>The proposed FMAS model derives physically interpretable closing and redistribution modes from the two-ended closed-loop tendon transmission, instead of prescribing a fixed synergy basis.</a:t>
            </a:r>
          </a:p>
          <a:p>
            <a:r>
              <a:rPr lang="en-US" altLang="zh-TW" b="0" dirty="0"/>
              <a:t>The </a:t>
            </a:r>
            <a:r>
              <a:rPr lang="en-US" altLang="zh-TW" b="0" dirty="0" err="1"/>
              <a:t>MuJoCo</a:t>
            </a:r>
            <a:r>
              <a:rPr lang="en-US" altLang="zh-TW" b="0" dirty="0"/>
              <a:t> layer converts these model-derived inputs into numerical time integration and contact simulation, producing joint trajectories, contact statistics, screenshots, GIFs, and auditable MJCF files.</a:t>
            </a:r>
          </a:p>
        </p:txBody>
      </p:sp>
      <p:sp>
        <p:nvSpPr>
          <p:cNvPr id="118" name="文本框 117">
            <a:extLst>
              <a:ext uri="{FF2B5EF4-FFF2-40B4-BE49-F238E27FC236}">
                <a16:creationId xmlns:a16="http://schemas.microsoft.com/office/drawing/2014/main" id="{A3CC8849-F108-4687-BE73-CC4F29DFE307}"/>
              </a:ext>
            </a:extLst>
          </p:cNvPr>
          <p:cNvSpPr txBox="1"/>
          <p:nvPr/>
        </p:nvSpPr>
        <p:spPr>
          <a:xfrm>
            <a:off x="13018577" y="21067570"/>
            <a:ext cx="6989315" cy="523220"/>
          </a:xfrm>
          <a:prstGeom prst="rect">
            <a:avLst/>
          </a:prstGeom>
          <a:noFill/>
        </p:spPr>
        <p:txBody>
          <a:bodyPr wrap="square" rtlCol="0">
            <a:spAutoFit/>
          </a:bodyPr>
          <a:lstStyle/>
          <a:p>
            <a:r>
              <a:rPr lang="en-US" altLang="zh-CN" sz="2800" b="1" dirty="0">
                <a:solidFill>
                  <a:schemeClr val="bg1"/>
                </a:solidFill>
                <a:latin typeface="Malgun Gothic" panose="020B0503020000020004" pitchFamily="34" charset="-127"/>
                <a:ea typeface="Malgun Gothic" panose="020B0503020000020004" pitchFamily="34" charset="-127"/>
              </a:rPr>
              <a:t>Case Ⅰ</a:t>
            </a:r>
            <a:endParaRPr lang="zh-CN" altLang="en-US" sz="2800" b="1" dirty="0">
              <a:solidFill>
                <a:schemeClr val="bg1"/>
              </a:solidFill>
              <a:latin typeface="Malgun Gothic" panose="020B0503020000020004" pitchFamily="34" charset="-127"/>
              <a:ea typeface="Malgun Gothic" panose="020B0503020000020004" pitchFamily="34" charset="-127"/>
            </a:endParaRPr>
          </a:p>
        </p:txBody>
      </p:sp>
      <p:sp>
        <p:nvSpPr>
          <p:cNvPr id="120" name="文本框 119">
            <a:extLst>
              <a:ext uri="{FF2B5EF4-FFF2-40B4-BE49-F238E27FC236}">
                <a16:creationId xmlns:a16="http://schemas.microsoft.com/office/drawing/2014/main" id="{CF05A6E7-7519-4C43-93E0-3ECCD3DC9A69}"/>
              </a:ext>
            </a:extLst>
          </p:cNvPr>
          <p:cNvSpPr txBox="1"/>
          <p:nvPr/>
        </p:nvSpPr>
        <p:spPr>
          <a:xfrm>
            <a:off x="13018577" y="26743208"/>
            <a:ext cx="6989315" cy="523220"/>
          </a:xfrm>
          <a:prstGeom prst="rect">
            <a:avLst/>
          </a:prstGeom>
          <a:noFill/>
        </p:spPr>
        <p:txBody>
          <a:bodyPr wrap="square" rtlCol="0">
            <a:spAutoFit/>
          </a:bodyPr>
          <a:lstStyle/>
          <a:p>
            <a:r>
              <a:rPr lang="en-US" altLang="zh-CN" sz="2800" b="1" dirty="0">
                <a:solidFill>
                  <a:schemeClr val="bg1"/>
                </a:solidFill>
                <a:latin typeface="Malgun Gothic" panose="020B0503020000020004" pitchFamily="34" charset="-127"/>
                <a:ea typeface="Malgun Gothic" panose="020B0503020000020004" pitchFamily="34" charset="-127"/>
              </a:rPr>
              <a:t>Case Ⅱ</a:t>
            </a:r>
            <a:endParaRPr lang="zh-CN" altLang="en-US" sz="2800" b="1" dirty="0">
              <a:solidFill>
                <a:schemeClr val="bg1"/>
              </a:solidFill>
              <a:latin typeface="Malgun Gothic" panose="020B0503020000020004" pitchFamily="34" charset="-127"/>
              <a:ea typeface="Malgun Gothic" panose="020B0503020000020004" pitchFamily="34" charset="-127"/>
            </a:endParaRPr>
          </a:p>
        </p:txBody>
      </p:sp>
      <p:sp>
        <p:nvSpPr>
          <p:cNvPr id="121" name="文本框 120">
            <a:extLst>
              <a:ext uri="{FF2B5EF4-FFF2-40B4-BE49-F238E27FC236}">
                <a16:creationId xmlns:a16="http://schemas.microsoft.com/office/drawing/2014/main" id="{BE76B16B-BCEE-4435-9231-CC634CA567C1}"/>
              </a:ext>
            </a:extLst>
          </p:cNvPr>
          <p:cNvSpPr txBox="1"/>
          <p:nvPr/>
        </p:nvSpPr>
        <p:spPr>
          <a:xfrm>
            <a:off x="541001" y="25706485"/>
            <a:ext cx="11727040" cy="6001643"/>
          </a:xfrm>
          <a:prstGeom prst="rect">
            <a:avLst/>
          </a:prstGeom>
          <a:noFill/>
        </p:spPr>
        <p:txBody>
          <a:bodyPr wrap="square" rtlCol="0">
            <a:spAutoFit/>
          </a:bodyPr>
          <a:lstStyle>
            <a:defPPr>
              <a:defRPr lang="en-US"/>
            </a:defPPr>
            <a:lvl1pPr>
              <a:defRPr sz="2800" b="1">
                <a:solidFill>
                  <a:schemeClr val="bg1"/>
                </a:solidFill>
                <a:latin typeface="Malgun Gothic" panose="020B0503020000020004" pitchFamily="34" charset="-127"/>
                <a:ea typeface="Malgun Gothic" panose="020B0503020000020004" pitchFamily="34" charset="-127"/>
              </a:defRPr>
            </a:lvl1pPr>
          </a:lstStyle>
          <a:p>
            <a:pPr>
              <a:spcBef>
                <a:spcPts val="1200"/>
              </a:spcBef>
            </a:pPr>
            <a:r>
              <a:rPr lang="en-US" altLang="zh-TW" dirty="0">
                <a:solidFill>
                  <a:srgbClr val="592668"/>
                </a:solidFill>
              </a:rPr>
              <a:t>Postural synergy </a:t>
            </a:r>
            <a:r>
              <a:rPr lang="en-US" altLang="zh-TW" b="0" dirty="0"/>
              <a:t>studies show that high-dimensional hand postures can often be represented by a few low-dimensional coordinates. This motivates </a:t>
            </a:r>
            <a:r>
              <a:rPr lang="en-US" altLang="zh-TW" dirty="0">
                <a:solidFill>
                  <a:srgbClr val="592668"/>
                </a:solidFill>
              </a:rPr>
              <a:t>synergy-driven hands</a:t>
            </a:r>
            <a:r>
              <a:rPr lang="en-US" altLang="zh-TW" b="0" dirty="0"/>
              <a:t>: a small number of commands can organize many joints into coordinated grasping motions.</a:t>
            </a:r>
          </a:p>
          <a:p>
            <a:pPr>
              <a:spcBef>
                <a:spcPts val="1200"/>
              </a:spcBef>
            </a:pPr>
            <a:r>
              <a:rPr lang="en-US" altLang="zh-TW" b="0" dirty="0"/>
              <a:t>Soft synergy models add an important physical interpretation. A synergy command should not be treated as a rigid final posture, but as a compliant reference. When the hand contacts an object, the realized posture can deviate from the reference due to external forces and structural compliance.</a:t>
            </a:r>
          </a:p>
          <a:p>
            <a:pPr>
              <a:spcBef>
                <a:spcPts val="1200"/>
              </a:spcBef>
            </a:pPr>
            <a:r>
              <a:rPr lang="en-US" altLang="zh-TW" b="0" dirty="0"/>
              <a:t>Adaptive synergy demonstrate how this idea can be implemented mechanically. A tendon transmission maps actuator displacement into multiple joint coordinates, while passive compliance allows the hand to adapt during contact. </a:t>
            </a:r>
          </a:p>
        </p:txBody>
      </p:sp>
      <p:sp>
        <p:nvSpPr>
          <p:cNvPr id="122" name="文本框 121">
            <a:extLst>
              <a:ext uri="{FF2B5EF4-FFF2-40B4-BE49-F238E27FC236}">
                <a16:creationId xmlns:a16="http://schemas.microsoft.com/office/drawing/2014/main" id="{2806FBC1-8C80-467D-AE25-D6D725EC90DF}"/>
              </a:ext>
            </a:extLst>
          </p:cNvPr>
          <p:cNvSpPr txBox="1"/>
          <p:nvPr/>
        </p:nvSpPr>
        <p:spPr>
          <a:xfrm>
            <a:off x="17783851" y="8271473"/>
            <a:ext cx="3142962" cy="523220"/>
          </a:xfrm>
          <a:prstGeom prst="rect">
            <a:avLst/>
          </a:prstGeom>
          <a:noFill/>
        </p:spPr>
        <p:txBody>
          <a:bodyPr wrap="square" rtlCol="0">
            <a:spAutoFit/>
          </a:bodyPr>
          <a:lstStyle/>
          <a:p>
            <a:r>
              <a:rPr lang="en-US" altLang="zh-CN" sz="2800" dirty="0">
                <a:solidFill>
                  <a:schemeClr val="bg1"/>
                </a:solidFill>
                <a:latin typeface="Malgun Gothic" panose="020B0503020000020004" pitchFamily="34" charset="-127"/>
                <a:ea typeface="Malgun Gothic" panose="020B0503020000020004" pitchFamily="34" charset="-127"/>
              </a:rPr>
              <a:t>(Capstan friction)</a:t>
            </a:r>
            <a:endParaRPr lang="zh-CN" altLang="en-US" sz="2800" dirty="0">
              <a:solidFill>
                <a:schemeClr val="bg1"/>
              </a:solidFill>
              <a:latin typeface="Malgun Gothic" panose="020B0503020000020004" pitchFamily="34" charset="-127"/>
              <a:ea typeface="Malgun Gothic" panose="020B0503020000020004" pitchFamily="34" charset="-127"/>
            </a:endParaRPr>
          </a:p>
        </p:txBody>
      </p:sp>
      <p:sp>
        <p:nvSpPr>
          <p:cNvPr id="124" name="文本框 123">
            <a:extLst>
              <a:ext uri="{FF2B5EF4-FFF2-40B4-BE49-F238E27FC236}">
                <a16:creationId xmlns:a16="http://schemas.microsoft.com/office/drawing/2014/main" id="{D207EED6-C2B5-4961-97FE-7677C0C1F2F8}"/>
              </a:ext>
            </a:extLst>
          </p:cNvPr>
          <p:cNvSpPr txBox="1"/>
          <p:nvPr/>
        </p:nvSpPr>
        <p:spPr>
          <a:xfrm>
            <a:off x="13045727" y="36048482"/>
            <a:ext cx="6989315" cy="523220"/>
          </a:xfrm>
          <a:prstGeom prst="rect">
            <a:avLst/>
          </a:prstGeom>
          <a:noFill/>
        </p:spPr>
        <p:txBody>
          <a:bodyPr wrap="square" rtlCol="0">
            <a:spAutoFit/>
          </a:bodyPr>
          <a:lstStyle/>
          <a:p>
            <a:r>
              <a:rPr lang="en-US" altLang="zh-CN" sz="2800" b="1" dirty="0">
                <a:solidFill>
                  <a:schemeClr val="bg1"/>
                </a:solidFill>
                <a:latin typeface="Malgun Gothic" panose="020B0503020000020004" pitchFamily="34" charset="-127"/>
                <a:ea typeface="Malgun Gothic" panose="020B0503020000020004" pitchFamily="34" charset="-127"/>
              </a:rPr>
              <a:t>Case Ⅲ</a:t>
            </a:r>
            <a:endParaRPr lang="zh-CN" altLang="en-US" sz="2800" b="1" dirty="0">
              <a:solidFill>
                <a:schemeClr val="bg1"/>
              </a:solidFill>
              <a:latin typeface="Malgun Gothic" panose="020B0503020000020004" pitchFamily="34" charset="-127"/>
              <a:ea typeface="Malgun Gothic" panose="020B0503020000020004" pitchFamily="34" charset="-127"/>
            </a:endParaRPr>
          </a:p>
        </p:txBody>
      </p:sp>
      <p:pic>
        <p:nvPicPr>
          <p:cNvPr id="1026" name="Picture 2" descr="图片预览">
            <a:extLst>
              <a:ext uri="{FF2B5EF4-FFF2-40B4-BE49-F238E27FC236}">
                <a16:creationId xmlns:a16="http://schemas.microsoft.com/office/drawing/2014/main" id="{981E8336-C22E-40F4-8F24-DD65225F9434}"/>
              </a:ext>
            </a:extLst>
          </p:cNvPr>
          <p:cNvPicPr>
            <a:picLocks noChangeAspect="1" noChangeArrowheads="1"/>
          </p:cNvPicPr>
          <p:nvPr/>
        </p:nvPicPr>
        <p:blipFill>
          <a:blip r:embed="rId55">
            <a:clrChange>
              <a:clrFrom>
                <a:srgbClr val="F5F7F7"/>
              </a:clrFrom>
              <a:clrTo>
                <a:srgbClr val="F5F7F7">
                  <a:alpha val="0"/>
                </a:srgbClr>
              </a:clrTo>
            </a:clrChange>
            <a:extLst>
              <a:ext uri="{28A0092B-C50C-407E-A947-70E740481C1C}">
                <a14:useLocalDpi xmlns:a14="http://schemas.microsoft.com/office/drawing/2010/main" val="0"/>
              </a:ext>
            </a:extLst>
          </a:blip>
          <a:srcRect/>
          <a:stretch>
            <a:fillRect/>
          </a:stretch>
        </p:blipFill>
        <p:spPr bwMode="auto">
          <a:xfrm>
            <a:off x="13978229" y="36648348"/>
            <a:ext cx="4643816" cy="3461754"/>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Image">
            <a:extLst>
              <a:ext uri="{FF2B5EF4-FFF2-40B4-BE49-F238E27FC236}">
                <a16:creationId xmlns:a16="http://schemas.microsoft.com/office/drawing/2014/main" id="{40F946FB-39B1-4C45-B1DA-46DA58A775F7}"/>
              </a:ext>
            </a:extLst>
          </p:cNvPr>
          <p:cNvPicPr>
            <a:picLocks noChangeAspect="1" noChangeArrowheads="1"/>
          </p:cNvPicPr>
          <p:nvPr/>
        </p:nvPicPr>
        <p:blipFill rotWithShape="1">
          <a:blip r:embed="rId56">
            <a:clrChange>
              <a:clrFrom>
                <a:srgbClr val="FFFFFF"/>
              </a:clrFrom>
              <a:clrTo>
                <a:srgbClr val="FFFFFF">
                  <a:alpha val="0"/>
                </a:srgbClr>
              </a:clrTo>
            </a:clrChange>
            <a:extLst>
              <a:ext uri="{28A0092B-C50C-407E-A947-70E740481C1C}">
                <a14:useLocalDpi xmlns:a14="http://schemas.microsoft.com/office/drawing/2010/main" val="0"/>
              </a:ext>
            </a:extLst>
          </a:blip>
          <a:srcRect l="16090" t="7010" b="18615"/>
          <a:stretch/>
        </p:blipFill>
        <p:spPr bwMode="auto">
          <a:xfrm>
            <a:off x="13141941" y="13619399"/>
            <a:ext cx="11592390" cy="6207884"/>
          </a:xfrm>
          <a:prstGeom prst="rect">
            <a:avLst/>
          </a:prstGeom>
          <a:noFill/>
          <a:extLst>
            <a:ext uri="{909E8E84-426E-40DD-AFC4-6F175D3DCCD1}">
              <a14:hiddenFill xmlns:a14="http://schemas.microsoft.com/office/drawing/2010/main">
                <a:solidFill>
                  <a:srgbClr val="FFFFFF"/>
                </a:solidFill>
              </a14:hiddenFill>
            </a:ext>
          </a:extLst>
        </p:spPr>
      </p:pic>
      <p:sp>
        <p:nvSpPr>
          <p:cNvPr id="125" name="文本框 124">
            <a:extLst>
              <a:ext uri="{FF2B5EF4-FFF2-40B4-BE49-F238E27FC236}">
                <a16:creationId xmlns:a16="http://schemas.microsoft.com/office/drawing/2014/main" id="{9F091ACD-0882-40FD-9651-7A2B60695F86}"/>
              </a:ext>
            </a:extLst>
          </p:cNvPr>
          <p:cNvSpPr txBox="1"/>
          <p:nvPr/>
        </p:nvSpPr>
        <p:spPr>
          <a:xfrm>
            <a:off x="13701055" y="40117278"/>
            <a:ext cx="10157514" cy="400110"/>
          </a:xfrm>
          <a:prstGeom prst="rect">
            <a:avLst/>
          </a:prstGeom>
          <a:noFill/>
        </p:spPr>
        <p:txBody>
          <a:bodyPr wrap="square" rtlCol="0">
            <a:spAutoFit/>
          </a:bodyPr>
          <a:lstStyle/>
          <a:p>
            <a:pPr algn="ctr"/>
            <a:r>
              <a:rPr lang="en-US" altLang="zh-CN" sz="2000" dirty="0">
                <a:solidFill>
                  <a:schemeClr val="bg1"/>
                </a:solidFill>
                <a:latin typeface="Malgun Gothic" panose="020B0503020000020004" pitchFamily="34" charset="-127"/>
                <a:ea typeface="Malgun Gothic" panose="020B0503020000020004" pitchFamily="34" charset="-127"/>
              </a:rPr>
              <a:t>grasping contact numerical simulation results</a:t>
            </a:r>
            <a:endParaRPr lang="zh-CN" altLang="en-US" sz="2000" dirty="0">
              <a:solidFill>
                <a:schemeClr val="bg1"/>
              </a:solidFill>
              <a:latin typeface="Malgun Gothic" panose="020B0503020000020004" pitchFamily="34" charset="-127"/>
              <a:ea typeface="Malgun Gothic" panose="020B0503020000020004" pitchFamily="34" charset="-127"/>
            </a:endParaRPr>
          </a:p>
        </p:txBody>
      </p:sp>
      <p:pic>
        <p:nvPicPr>
          <p:cNvPr id="126" name="图片 125" descr="Image">
            <a:extLst>
              <a:ext uri="{FF2B5EF4-FFF2-40B4-BE49-F238E27FC236}">
                <a16:creationId xmlns:a16="http://schemas.microsoft.com/office/drawing/2014/main" id="{D4672EB4-EF6D-4E86-B3B3-704FB112D74E}"/>
              </a:ext>
            </a:extLst>
          </p:cNvPr>
          <p:cNvPicPr>
            <a:picLocks noChangeAspect="1" noChangeArrowheads="1"/>
          </p:cNvPicPr>
          <p:nvPr/>
        </p:nvPicPr>
        <p:blipFill>
          <a:blip r:embed="rId57">
            <a:extLst>
              <a:ext uri="{28A0092B-C50C-407E-A947-70E740481C1C}">
                <a14:useLocalDpi xmlns:a14="http://schemas.microsoft.com/office/drawing/2010/main" val="0"/>
              </a:ext>
            </a:extLst>
          </a:blip>
          <a:srcRect l="41025" t="24063" r="30496" b="37365"/>
          <a:stretch>
            <a:fillRect/>
          </a:stretch>
        </p:blipFill>
        <p:spPr bwMode="auto">
          <a:xfrm>
            <a:off x="18868820" y="36691218"/>
            <a:ext cx="3557001" cy="3387327"/>
          </a:xfrm>
          <a:custGeom>
            <a:avLst/>
            <a:gdLst>
              <a:gd name="connsiteX0" fmla="*/ 0 w 3472169"/>
              <a:gd name="connsiteY0" fmla="*/ 0 h 3306542"/>
              <a:gd name="connsiteX1" fmla="*/ 3472169 w 3472169"/>
              <a:gd name="connsiteY1" fmla="*/ 0 h 3306542"/>
              <a:gd name="connsiteX2" fmla="*/ 3472169 w 3472169"/>
              <a:gd name="connsiteY2" fmla="*/ 3306542 h 3306542"/>
              <a:gd name="connsiteX3" fmla="*/ 0 w 3472169"/>
              <a:gd name="connsiteY3" fmla="*/ 3306542 h 3306542"/>
            </a:gdLst>
            <a:ahLst/>
            <a:cxnLst>
              <a:cxn ang="0">
                <a:pos x="connsiteX0" y="connsiteY0"/>
              </a:cxn>
              <a:cxn ang="0">
                <a:pos x="connsiteX1" y="connsiteY1"/>
              </a:cxn>
              <a:cxn ang="0">
                <a:pos x="connsiteX2" y="connsiteY2"/>
              </a:cxn>
              <a:cxn ang="0">
                <a:pos x="connsiteX3" y="connsiteY3"/>
              </a:cxn>
            </a:cxnLst>
            <a:rect l="l" t="t" r="r" b="b"/>
            <a:pathLst>
              <a:path w="3472169" h="3306542">
                <a:moveTo>
                  <a:pt x="0" y="0"/>
                </a:moveTo>
                <a:lnTo>
                  <a:pt x="3472169" y="0"/>
                </a:lnTo>
                <a:lnTo>
                  <a:pt x="3472169" y="3306542"/>
                </a:lnTo>
                <a:lnTo>
                  <a:pt x="0" y="3306542"/>
                </a:lnTo>
                <a:close/>
              </a:path>
            </a:pathLst>
          </a:custGeom>
          <a:noFill/>
          <a:extLst>
            <a:ext uri="{909E8E84-426E-40DD-AFC4-6F175D3DCCD1}">
              <a14:hiddenFill xmlns:a14="http://schemas.microsoft.com/office/drawing/2010/main">
                <a:solidFill>
                  <a:srgbClr val="FFFFFF"/>
                </a:solidFill>
              </a14:hiddenFill>
            </a:ext>
          </a:extLst>
        </p:spPr>
      </p:pic>
    </p:spTree>
  </p:cSld>
  <p:clrMapOvr>
    <a:masterClrMapping/>
  </p:clrMapOvr>
  <p:transition spd="slow"/>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lgn="l">
          <a:defRPr dirty="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平衡">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themeOverride>
</file>

<file path=docProps/app.xml><?xml version="1.0" encoding="utf-8"?>
<Properties xmlns="http://schemas.openxmlformats.org/officeDocument/2006/extended-properties" xmlns:vt="http://schemas.openxmlformats.org/officeDocument/2006/docPropsVTypes">
  <TotalTime>656</TotalTime>
  <Words>867</Words>
  <Application>Microsoft Office PowerPoint</Application>
  <PresentationFormat>自定义</PresentationFormat>
  <Paragraphs>74</Paragraphs>
  <Slides>1</Slides>
  <Notes>1</Notes>
  <HiddenSlides>0</HiddenSlides>
  <MMClips>0</MMClips>
  <ScaleCrop>false</ScaleCrop>
  <HeadingPairs>
    <vt:vector size="6" baseType="variant">
      <vt:variant>
        <vt:lpstr>已用的字体</vt:lpstr>
      </vt:variant>
      <vt:variant>
        <vt:i4>6</vt:i4>
      </vt:variant>
      <vt:variant>
        <vt:lpstr>主题</vt:lpstr>
      </vt:variant>
      <vt:variant>
        <vt:i4>1</vt:i4>
      </vt:variant>
      <vt:variant>
        <vt:lpstr>幻灯片标题</vt:lpstr>
      </vt:variant>
      <vt:variant>
        <vt:i4>1</vt:i4>
      </vt:variant>
    </vt:vector>
  </HeadingPairs>
  <TitlesOfParts>
    <vt:vector size="8" baseType="lpstr">
      <vt:lpstr>-apple-system</vt:lpstr>
      <vt:lpstr>Malgun Gothic</vt:lpstr>
      <vt:lpstr>Arial</vt:lpstr>
      <vt:lpstr>Calibri</vt:lpstr>
      <vt:lpstr>Cambria Math</vt:lpstr>
      <vt:lpstr>Times New Roman</vt:lpstr>
      <vt:lpstr>Office Theme</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幻灯片 1</dc:title>
  <dc:creator>IIIS</dc:creator>
  <cp:lastModifiedBy>裕硕 王</cp:lastModifiedBy>
  <cp:revision>117</cp:revision>
  <dcterms:created xsi:type="dcterms:W3CDTF">2006-08-16T00:00:00Z</dcterms:created>
  <dcterms:modified xsi:type="dcterms:W3CDTF">2026-06-04T14:17:55Z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34FABD016C6C4E9690A9762634A53895_13</vt:lpwstr>
  </property>
  <property fmtid="{D5CDD505-2E9C-101B-9397-08002B2CF9AE}" pid="3" name="KSOProductBuildVer">
    <vt:lpwstr>2052-12.1.0.23542</vt:lpwstr>
  </property>
</Properties>
</file>