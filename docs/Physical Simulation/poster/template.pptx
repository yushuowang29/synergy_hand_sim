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5199975" cy="5039995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74" userDrawn="1">
          <p15:clr>
            <a:srgbClr val="A4A3A4"/>
          </p15:clr>
        </p15:guide>
        <p15:guide id="2" pos="79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2668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2"/>
    <p:restoredTop sz="94690"/>
  </p:normalViewPr>
  <p:slideViewPr>
    <p:cSldViewPr showGuides="1">
      <p:cViewPr>
        <p:scale>
          <a:sx n="25" d="100"/>
          <a:sy n="25" d="100"/>
        </p:scale>
        <p:origin x="4806" y="-168"/>
      </p:cViewPr>
      <p:guideLst>
        <p:guide orient="horz" pos="15874"/>
        <p:guide pos="79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993356" y="857250"/>
            <a:ext cx="1157288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3992563" y="857250"/>
            <a:ext cx="1158875" cy="2314575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90004" y="15656700"/>
            <a:ext cx="21420042" cy="108033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0007" y="28560056"/>
            <a:ext cx="17640035" cy="1288002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6802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3597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039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67202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3997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079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176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630" y="32386740"/>
            <a:ext cx="21420042" cy="10010017"/>
          </a:xfrm>
        </p:spPr>
        <p:txBody>
          <a:bodyPr anchor="t"/>
          <a:lstStyle>
            <a:lvl1pPr algn="l">
              <a:defRPr sz="14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0630" y="21361715"/>
            <a:ext cx="21420042" cy="11025016"/>
          </a:xfrm>
        </p:spPr>
        <p:txBody>
          <a:bodyPr anchor="b"/>
          <a:lstStyle>
            <a:lvl1pPr marL="0" indent="0">
              <a:buNone/>
              <a:defRPr sz="7350">
                <a:solidFill>
                  <a:schemeClr val="tx1">
                    <a:tint val="75000"/>
                  </a:schemeClr>
                </a:solidFill>
              </a:defRPr>
            </a:lvl1pPr>
            <a:lvl2pPr marL="1680210" indent="0">
              <a:buNone/>
              <a:defRPr sz="6615">
                <a:solidFill>
                  <a:schemeClr val="tx1">
                    <a:tint val="75000"/>
                  </a:schemeClr>
                </a:solidFill>
              </a:defRPr>
            </a:lvl2pPr>
            <a:lvl3pPr marL="3359785" indent="0">
              <a:buNone/>
              <a:defRPr sz="5880">
                <a:solidFill>
                  <a:schemeClr val="tx1">
                    <a:tint val="75000"/>
                  </a:schemeClr>
                </a:solidFill>
              </a:defRPr>
            </a:lvl3pPr>
            <a:lvl4pPr marL="503999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4pPr>
            <a:lvl5pPr marL="672020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5pPr>
            <a:lvl6pPr marL="839978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6pPr>
            <a:lvl7pPr marL="1007999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7pPr>
            <a:lvl8pPr marL="11760200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8pPr>
            <a:lvl9pPr marL="13439775" indent="0">
              <a:buNone/>
              <a:defRPr sz="51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0002" y="11760033"/>
            <a:ext cx="11130022" cy="33261733"/>
          </a:xfrm>
        </p:spPr>
        <p:txBody>
          <a:bodyPr/>
          <a:lstStyle>
            <a:lvl1pPr>
              <a:defRPr sz="10290"/>
            </a:lvl1pPr>
            <a:lvl2pPr>
              <a:defRPr sz="8820"/>
            </a:lvl2pPr>
            <a:lvl3pPr>
              <a:defRPr sz="7350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10025" y="11760033"/>
            <a:ext cx="11130022" cy="33261733"/>
          </a:xfrm>
        </p:spPr>
        <p:txBody>
          <a:bodyPr/>
          <a:lstStyle>
            <a:lvl1pPr>
              <a:defRPr sz="10290"/>
            </a:lvl1pPr>
            <a:lvl2pPr>
              <a:defRPr sz="8820"/>
            </a:lvl2pPr>
            <a:lvl3pPr>
              <a:defRPr sz="7350"/>
            </a:lvl3pPr>
            <a:lvl4pPr>
              <a:defRPr sz="6615"/>
            </a:lvl4pPr>
            <a:lvl5pPr>
              <a:defRPr sz="6615"/>
            </a:lvl5pPr>
            <a:lvl6pPr>
              <a:defRPr sz="6615"/>
            </a:lvl6pPr>
            <a:lvl7pPr>
              <a:defRPr sz="6615"/>
            </a:lvl7pPr>
            <a:lvl8pPr>
              <a:defRPr sz="6615"/>
            </a:lvl8pPr>
            <a:lvl9pPr>
              <a:defRPr sz="661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02" y="11281695"/>
            <a:ext cx="11134398" cy="4701677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002" y="15983362"/>
            <a:ext cx="11134398" cy="29038394"/>
          </a:xfrm>
        </p:spPr>
        <p:txBody>
          <a:bodyPr/>
          <a:lstStyle>
            <a:lvl1pPr>
              <a:defRPr sz="8820"/>
            </a:lvl1pPr>
            <a:lvl2pPr>
              <a:defRPr sz="7350"/>
            </a:lvl2pPr>
            <a:lvl3pPr>
              <a:defRPr sz="6615"/>
            </a:lvl3pPr>
            <a:lvl4pPr>
              <a:defRPr sz="5880"/>
            </a:lvl4pPr>
            <a:lvl5pPr>
              <a:defRPr sz="5880"/>
            </a:lvl5pPr>
            <a:lvl6pPr>
              <a:defRPr sz="5880"/>
            </a:lvl6pPr>
            <a:lvl7pPr>
              <a:defRPr sz="5880"/>
            </a:lvl7pPr>
            <a:lvl8pPr>
              <a:defRPr sz="5880"/>
            </a:lvl8pPr>
            <a:lvl9pPr>
              <a:defRPr sz="5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801278" y="11281695"/>
            <a:ext cx="11138772" cy="4701677"/>
          </a:xfrm>
        </p:spPr>
        <p:txBody>
          <a:bodyPr anchor="b"/>
          <a:lstStyle>
            <a:lvl1pPr marL="0" indent="0">
              <a:buNone/>
              <a:defRPr sz="8820" b="1"/>
            </a:lvl1pPr>
            <a:lvl2pPr marL="1680210" indent="0">
              <a:buNone/>
              <a:defRPr sz="7350" b="1"/>
            </a:lvl2pPr>
            <a:lvl3pPr marL="3359785" indent="0">
              <a:buNone/>
              <a:defRPr sz="6615" b="1"/>
            </a:lvl3pPr>
            <a:lvl4pPr marL="5039995" indent="0">
              <a:buNone/>
              <a:defRPr sz="5880" b="1"/>
            </a:lvl4pPr>
            <a:lvl5pPr marL="6720205" indent="0">
              <a:buNone/>
              <a:defRPr sz="5880" b="1"/>
            </a:lvl5pPr>
            <a:lvl6pPr marL="8399780" indent="0">
              <a:buNone/>
              <a:defRPr sz="5880" b="1"/>
            </a:lvl6pPr>
            <a:lvl7pPr marL="10079990" indent="0">
              <a:buNone/>
              <a:defRPr sz="5880" b="1"/>
            </a:lvl7pPr>
            <a:lvl8pPr marL="11760200" indent="0">
              <a:buNone/>
              <a:defRPr sz="5880" b="1"/>
            </a:lvl8pPr>
            <a:lvl9pPr marL="13439775" indent="0">
              <a:buNone/>
              <a:defRPr sz="58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801278" y="15983362"/>
            <a:ext cx="11138772" cy="29038394"/>
          </a:xfrm>
        </p:spPr>
        <p:txBody>
          <a:bodyPr/>
          <a:lstStyle>
            <a:lvl1pPr>
              <a:defRPr sz="8820"/>
            </a:lvl1pPr>
            <a:lvl2pPr>
              <a:defRPr sz="7350"/>
            </a:lvl2pPr>
            <a:lvl3pPr>
              <a:defRPr sz="6615"/>
            </a:lvl3pPr>
            <a:lvl4pPr>
              <a:defRPr sz="5880"/>
            </a:lvl4pPr>
            <a:lvl5pPr>
              <a:defRPr sz="5880"/>
            </a:lvl5pPr>
            <a:lvl6pPr>
              <a:defRPr sz="5880"/>
            </a:lvl6pPr>
            <a:lvl7pPr>
              <a:defRPr sz="5880"/>
            </a:lvl7pPr>
            <a:lvl8pPr>
              <a:defRPr sz="5880"/>
            </a:lvl8pPr>
            <a:lvl9pPr>
              <a:defRPr sz="58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005" y="2006666"/>
            <a:ext cx="8290642" cy="8540022"/>
          </a:xfrm>
        </p:spPr>
        <p:txBody>
          <a:bodyPr anchor="b"/>
          <a:lstStyle>
            <a:lvl1pPr algn="l">
              <a:defRPr sz="73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2519" y="2006676"/>
            <a:ext cx="14087528" cy="43015091"/>
          </a:xfrm>
        </p:spPr>
        <p:txBody>
          <a:bodyPr/>
          <a:lstStyle>
            <a:lvl1pPr>
              <a:defRPr sz="11760"/>
            </a:lvl1pPr>
            <a:lvl2pPr>
              <a:defRPr sz="10290"/>
            </a:lvl2pPr>
            <a:lvl3pPr>
              <a:defRPr sz="8820"/>
            </a:lvl3pPr>
            <a:lvl4pPr>
              <a:defRPr sz="7350"/>
            </a:lvl4pPr>
            <a:lvl5pPr>
              <a:defRPr sz="7350"/>
            </a:lvl5pPr>
            <a:lvl6pPr>
              <a:defRPr sz="7350"/>
            </a:lvl6pPr>
            <a:lvl7pPr>
              <a:defRPr sz="7350"/>
            </a:lvl7pPr>
            <a:lvl8pPr>
              <a:defRPr sz="7350"/>
            </a:lvl8pPr>
            <a:lvl9pPr>
              <a:defRPr sz="7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005" y="10546697"/>
            <a:ext cx="8290642" cy="34475069"/>
          </a:xfrm>
        </p:spPr>
        <p:txBody>
          <a:bodyPr/>
          <a:lstStyle>
            <a:lvl1pPr marL="0" indent="0">
              <a:buNone/>
              <a:defRPr sz="5145"/>
            </a:lvl1pPr>
            <a:lvl2pPr marL="1680210" indent="0">
              <a:buNone/>
              <a:defRPr sz="4410"/>
            </a:lvl2pPr>
            <a:lvl3pPr marL="3359785" indent="0">
              <a:buNone/>
              <a:defRPr sz="3675"/>
            </a:lvl3pPr>
            <a:lvl4pPr marL="5039995" indent="0">
              <a:buNone/>
              <a:defRPr sz="3305"/>
            </a:lvl4pPr>
            <a:lvl5pPr marL="6720205" indent="0">
              <a:buNone/>
              <a:defRPr sz="3305"/>
            </a:lvl5pPr>
            <a:lvl6pPr marL="8399780" indent="0">
              <a:buNone/>
              <a:defRPr sz="3305"/>
            </a:lvl6pPr>
            <a:lvl7pPr marL="10079990" indent="0">
              <a:buNone/>
              <a:defRPr sz="3305"/>
            </a:lvl7pPr>
            <a:lvl8pPr marL="11760200" indent="0">
              <a:buNone/>
              <a:defRPr sz="3305"/>
            </a:lvl8pPr>
            <a:lvl9pPr marL="13439775" indent="0">
              <a:buNone/>
              <a:defRPr sz="33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9386" y="35280069"/>
            <a:ext cx="15120030" cy="4165017"/>
          </a:xfrm>
        </p:spPr>
        <p:txBody>
          <a:bodyPr anchor="b"/>
          <a:lstStyle>
            <a:lvl1pPr algn="l">
              <a:defRPr sz="73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9386" y="4503340"/>
            <a:ext cx="15120030" cy="30240060"/>
          </a:xfrm>
        </p:spPr>
        <p:txBody>
          <a:bodyPr/>
          <a:lstStyle>
            <a:lvl1pPr marL="0" indent="0">
              <a:buNone/>
              <a:defRPr sz="11760"/>
            </a:lvl1pPr>
            <a:lvl2pPr marL="1680210" indent="0">
              <a:buNone/>
              <a:defRPr sz="10290"/>
            </a:lvl2pPr>
            <a:lvl3pPr marL="3359785" indent="0">
              <a:buNone/>
              <a:defRPr sz="8820"/>
            </a:lvl3pPr>
            <a:lvl4pPr marL="5039995" indent="0">
              <a:buNone/>
              <a:defRPr sz="7350"/>
            </a:lvl4pPr>
            <a:lvl5pPr marL="6720205" indent="0">
              <a:buNone/>
              <a:defRPr sz="7350"/>
            </a:lvl5pPr>
            <a:lvl6pPr marL="8399780" indent="0">
              <a:buNone/>
              <a:defRPr sz="7350"/>
            </a:lvl6pPr>
            <a:lvl7pPr marL="10079990" indent="0">
              <a:buNone/>
              <a:defRPr sz="7350"/>
            </a:lvl7pPr>
            <a:lvl8pPr marL="11760200" indent="0">
              <a:buNone/>
              <a:defRPr sz="7350"/>
            </a:lvl8pPr>
            <a:lvl9pPr marL="13439775" indent="0">
              <a:buNone/>
              <a:defRPr sz="73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39386" y="39445076"/>
            <a:ext cx="15120030" cy="5915013"/>
          </a:xfrm>
        </p:spPr>
        <p:txBody>
          <a:bodyPr/>
          <a:lstStyle>
            <a:lvl1pPr marL="0" indent="0">
              <a:buNone/>
              <a:defRPr sz="5145"/>
            </a:lvl1pPr>
            <a:lvl2pPr marL="1680210" indent="0">
              <a:buNone/>
              <a:defRPr sz="4410"/>
            </a:lvl2pPr>
            <a:lvl3pPr marL="3359785" indent="0">
              <a:buNone/>
              <a:defRPr sz="3675"/>
            </a:lvl3pPr>
            <a:lvl4pPr marL="5039995" indent="0">
              <a:buNone/>
              <a:defRPr sz="3305"/>
            </a:lvl4pPr>
            <a:lvl5pPr marL="6720205" indent="0">
              <a:buNone/>
              <a:defRPr sz="3305"/>
            </a:lvl5pPr>
            <a:lvl6pPr marL="8399780" indent="0">
              <a:buNone/>
              <a:defRPr sz="3305"/>
            </a:lvl6pPr>
            <a:lvl7pPr marL="10079990" indent="0">
              <a:buNone/>
              <a:defRPr sz="3305"/>
            </a:lvl7pPr>
            <a:lvl8pPr marL="11760200" indent="0">
              <a:buNone/>
              <a:defRPr sz="3305"/>
            </a:lvl8pPr>
            <a:lvl9pPr marL="13439775" indent="0">
              <a:buNone/>
              <a:defRPr sz="330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270036" y="2018346"/>
            <a:ext cx="5670011" cy="4300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60002" y="2018346"/>
            <a:ext cx="16590033" cy="4300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0002" y="2018346"/>
            <a:ext cx="22680045" cy="8400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002" y="11760033"/>
            <a:ext cx="22680045" cy="332617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60002" y="46713430"/>
            <a:ext cx="5880012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610017" y="46713430"/>
            <a:ext cx="7980016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8060036" y="46713430"/>
            <a:ext cx="5880012" cy="26833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359785" rtl="0" eaLnBrk="1" latinLnBrk="0" hangingPunct="1">
        <a:spcBef>
          <a:spcPct val="0"/>
        </a:spcBef>
        <a:buNone/>
        <a:defRPr sz="16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59840" indent="-1259840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11760" kern="1200">
          <a:solidFill>
            <a:schemeClr val="tx1"/>
          </a:solidFill>
          <a:latin typeface="+mn-lt"/>
          <a:ea typeface="+mn-ea"/>
          <a:cs typeface="+mn-cs"/>
        </a:defRPr>
      </a:lvl1pPr>
      <a:lvl2pPr marL="2729865" indent="-1050290" algn="l" defTabSz="3359785" rtl="0" eaLnBrk="1" latinLnBrk="0" hangingPunct="1">
        <a:spcBef>
          <a:spcPts val="365"/>
        </a:spcBef>
        <a:buFont typeface="Arial" panose="020B0604020202020204" pitchFamily="34" charset="0"/>
        <a:buChar char="–"/>
        <a:defRPr sz="10290" kern="1200">
          <a:solidFill>
            <a:schemeClr val="tx1"/>
          </a:solidFill>
          <a:latin typeface="+mn-lt"/>
          <a:ea typeface="+mn-ea"/>
          <a:cs typeface="+mn-cs"/>
        </a:defRPr>
      </a:lvl2pPr>
      <a:lvl3pPr marL="419989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3pPr>
      <a:lvl4pPr marL="588010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–"/>
        <a:defRPr sz="7350" kern="1200">
          <a:solidFill>
            <a:schemeClr val="tx1"/>
          </a:solidFill>
          <a:latin typeface="+mn-lt"/>
          <a:ea typeface="+mn-ea"/>
          <a:cs typeface="+mn-cs"/>
        </a:defRPr>
      </a:lvl4pPr>
      <a:lvl5pPr marL="756031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»"/>
        <a:defRPr sz="7350" kern="1200">
          <a:solidFill>
            <a:schemeClr val="tx1"/>
          </a:solidFill>
          <a:latin typeface="+mn-lt"/>
          <a:ea typeface="+mn-ea"/>
          <a:cs typeface="+mn-cs"/>
        </a:defRPr>
      </a:lvl5pPr>
      <a:lvl6pPr marL="923988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6pPr>
      <a:lvl7pPr marL="1092009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305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8pPr>
      <a:lvl9pPr marL="14279880" indent="-840105" algn="l" defTabSz="3359785" rtl="0" eaLnBrk="1" latinLnBrk="0" hangingPunct="1">
        <a:spcBef>
          <a:spcPts val="365"/>
        </a:spcBef>
        <a:buFont typeface="Arial" panose="020B0604020202020204" pitchFamily="34" charset="0"/>
        <a:buChar char="•"/>
        <a:defRPr sz="7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1pPr>
      <a:lvl2pPr marL="168021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2pPr>
      <a:lvl3pPr marL="335978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3pPr>
      <a:lvl4pPr marL="503999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4pPr>
      <a:lvl5pPr marL="672020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5pPr>
      <a:lvl6pPr marL="839978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6pPr>
      <a:lvl7pPr marL="1007999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7pPr>
      <a:lvl8pPr marL="11760200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8pPr>
      <a:lvl9pPr marL="13439775" algn="l" defTabSz="3359785" rtl="0" eaLnBrk="1" latinLnBrk="0" hangingPunct="1">
        <a:defRPr sz="66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635"/>
            <a:ext cx="25198070" cy="50398680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71F5B4E8-0C62-64D5-523B-879B9DB760FD}"/>
              </a:ext>
            </a:extLst>
          </p:cNvPr>
          <p:cNvSpPr txBox="1"/>
          <p:nvPr/>
        </p:nvSpPr>
        <p:spPr>
          <a:xfrm>
            <a:off x="5246370" y="3787775"/>
            <a:ext cx="14706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000" dirty="0">
                <a:solidFill>
                  <a:schemeClr val="bg1"/>
                </a:solidFill>
                <a:latin typeface="+mj-lt"/>
              </a:rPr>
              <a:t>Title</a:t>
            </a:r>
            <a:endParaRPr lang="zh-CN" altLang="en-US" sz="6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2C9550-7DAF-9B08-68FD-9E09FBAAD5AD}"/>
              </a:ext>
            </a:extLst>
          </p:cNvPr>
          <p:cNvSpPr txBox="1"/>
          <p:nvPr/>
        </p:nvSpPr>
        <p:spPr>
          <a:xfrm>
            <a:off x="5246370" y="4803438"/>
            <a:ext cx="1470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bg1"/>
                </a:solidFill>
                <a:latin typeface="+mj-lt"/>
              </a:rPr>
              <a:t>Author(s)</a:t>
            </a:r>
            <a:endParaRPr lang="zh-CN" altLang="en-US" sz="4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A52D19-44B5-D3B3-6DDE-D34C32BB69BF}"/>
              </a:ext>
            </a:extLst>
          </p:cNvPr>
          <p:cNvSpPr/>
          <p:nvPr/>
        </p:nvSpPr>
        <p:spPr>
          <a:xfrm>
            <a:off x="407987" y="6149975"/>
            <a:ext cx="11963400" cy="39446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DB069C-1F51-A63A-9477-7000E17F9218}"/>
              </a:ext>
            </a:extLst>
          </p:cNvPr>
          <p:cNvSpPr/>
          <p:nvPr/>
        </p:nvSpPr>
        <p:spPr>
          <a:xfrm>
            <a:off x="12828589" y="6149975"/>
            <a:ext cx="11929108" cy="3944653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3DD4769-A88D-5030-6B38-FE2CEC3019C9}"/>
              </a:ext>
            </a:extLst>
          </p:cNvPr>
          <p:cNvSpPr txBox="1"/>
          <p:nvPr/>
        </p:nvSpPr>
        <p:spPr>
          <a:xfrm>
            <a:off x="788987" y="6276162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Problem Statement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37E309D-A351-4442-747C-1F3A62AE8107}"/>
              </a:ext>
            </a:extLst>
          </p:cNvPr>
          <p:cNvSpPr txBox="1"/>
          <p:nvPr/>
        </p:nvSpPr>
        <p:spPr>
          <a:xfrm>
            <a:off x="788987" y="24876809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Literature Review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E524F7-6515-40D9-0477-105D02A32491}"/>
              </a:ext>
            </a:extLst>
          </p:cNvPr>
          <p:cNvSpPr txBox="1"/>
          <p:nvPr/>
        </p:nvSpPr>
        <p:spPr>
          <a:xfrm>
            <a:off x="13189109" y="6299617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Methodology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7C94A5-7D91-1227-1BC2-5E023460B080}"/>
              </a:ext>
            </a:extLst>
          </p:cNvPr>
          <p:cNvSpPr txBox="1"/>
          <p:nvPr/>
        </p:nvSpPr>
        <p:spPr>
          <a:xfrm>
            <a:off x="13189109" y="20246975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Experimental Results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D1F9E91-0586-8DFC-CB6C-F4E5159DFA26}"/>
              </a:ext>
            </a:extLst>
          </p:cNvPr>
          <p:cNvSpPr txBox="1"/>
          <p:nvPr/>
        </p:nvSpPr>
        <p:spPr>
          <a:xfrm>
            <a:off x="13189109" y="39220775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Conclusion</a:t>
            </a:r>
            <a:endParaRPr lang="zh-CN" altLang="en-US" sz="3600" dirty="0"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平衡">
    <a:dk1>
      <a:sysClr val="windowText" lastClr="000000"/>
    </a:dk1>
    <a:lt1>
      <a:sysClr val="window" lastClr="FFFFFF"/>
    </a:lt1>
    <a:dk2>
      <a:srgbClr val="696464"/>
    </a:dk2>
    <a:lt2>
      <a:srgbClr val="E9E5DC"/>
    </a:lt2>
    <a:accent1>
      <a:srgbClr val="D34817"/>
    </a:accent1>
    <a:accent2>
      <a:srgbClr val="9B2D1F"/>
    </a:accent2>
    <a:accent3>
      <a:srgbClr val="A28E6A"/>
    </a:accent3>
    <a:accent4>
      <a:srgbClr val="956251"/>
    </a:accent4>
    <a:accent5>
      <a:srgbClr val="918485"/>
    </a:accent5>
    <a:accent6>
      <a:srgbClr val="855D5D"/>
    </a:accent6>
    <a:hlink>
      <a:srgbClr val="CC9900"/>
    </a:hlink>
    <a:folHlink>
      <a:srgbClr val="96A9A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13</Words>
  <Application>Microsoft Office PowerPoint</Application>
  <PresentationFormat>自定义</PresentationFormat>
  <Paragraphs>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Malgun Gothic</vt:lpstr>
      <vt:lpstr>Arial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IIIS</dc:creator>
  <cp:lastModifiedBy>昌宇 胡</cp:lastModifiedBy>
  <cp:revision>91</cp:revision>
  <dcterms:created xsi:type="dcterms:W3CDTF">2006-08-16T00:00:00Z</dcterms:created>
  <dcterms:modified xsi:type="dcterms:W3CDTF">2026-05-23T12:23:31Z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34FABD016C6C4E9690A9762634A53895_13</vt:lpwstr>
  </property>
  <property fmtid="{D5CDD505-2E9C-101B-9397-08002B2CF9AE}" pid="3" name="KSOProductBuildVer">
    <vt:lpwstr>2052-12.1.0.23542</vt:lpwstr>
  </property>
</Properties>
</file>